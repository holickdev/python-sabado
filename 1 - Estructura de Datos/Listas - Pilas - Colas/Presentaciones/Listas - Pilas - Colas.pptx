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259" r:id="rId3"/>
    <p:sldId id="260" r:id="rId4"/>
    <p:sldId id="261" r:id="rId5"/>
    <p:sldId id="338" r:id="rId6"/>
    <p:sldId id="339" r:id="rId7"/>
    <p:sldId id="333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8" r:id="rId16"/>
    <p:sldId id="347" r:id="rId17"/>
    <p:sldId id="349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35" r:id="rId26"/>
    <p:sldId id="373" r:id="rId27"/>
    <p:sldId id="364" r:id="rId28"/>
    <p:sldId id="361" r:id="rId29"/>
    <p:sldId id="362" r:id="rId30"/>
    <p:sldId id="363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60" r:id="rId40"/>
    <p:sldId id="374" r:id="rId41"/>
    <p:sldId id="375" r:id="rId42"/>
    <p:sldId id="376" r:id="rId43"/>
    <p:sldId id="377" r:id="rId44"/>
    <p:sldId id="378" r:id="rId45"/>
    <p:sldId id="379" r:id="rId46"/>
    <p:sldId id="380" r:id="rId47"/>
    <p:sldId id="312" r:id="rId48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21D2"/>
    <a:srgbClr val="1624D4"/>
    <a:srgbClr val="9900FF"/>
    <a:srgbClr val="FF3FE8"/>
    <a:srgbClr val="FFD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5053" autoAdjust="0"/>
  </p:normalViewPr>
  <p:slideViewPr>
    <p:cSldViewPr snapToGrid="0">
      <p:cViewPr varScale="1">
        <p:scale>
          <a:sx n="70" d="100"/>
          <a:sy n="70" d="100"/>
        </p:scale>
        <p:origin x="84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48D2E-6115-4FB5-B92C-79D9A638DB5B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C28B0-2065-4A5F-8417-EAEFB007219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7695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B8119-5C72-762C-8A19-E908D9B41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837879-82B1-8E95-BDB0-B62FEE502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D96E52-0DF5-767C-3FAB-EB4C510F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A66F65-E80E-580B-01ED-A4EE0E6A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968EC2-AB1C-107D-7DBA-C76E31BD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2613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F0DA4-FE95-9E57-B3C8-791E7679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DA7CA-4A93-AE17-8EFF-18A02D3E8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D6B2D-D8DB-C7F4-D9D9-248CD905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91AAB-244F-FECC-C911-279B5472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41BEC-FF5E-7017-0D95-7318FEFD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5100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1DD1-EC24-DE8F-5BA9-FC57C7CB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193F61-34B3-4FF3-1B85-339947D5B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A55B5D-B4D7-812B-2F70-098FEB73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481368-F829-E5BF-580F-C6F0EAB3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E6CA7-231B-1BCA-E6CF-C9AB455D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51499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0F189-4EF6-D32C-1D79-0DAA38EA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5F8B16-48F8-C087-A174-E3BA43375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7BB08-6FA0-0A5D-492B-1138B8E6E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0973A4-10D0-DC1A-7E6B-BFCC9243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9A486F-09A5-5673-717E-2FB0EBF6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95D522-2643-5696-2FD9-47BE5CE0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4034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1A511-23DD-57FF-3321-939439D7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183B5-E016-96E9-9271-CE551BB2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A617E-1F68-A63A-F8AE-1321AF09D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C052EF-E6BA-322B-4693-59C727243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71FEC1-F494-6BF7-EE1C-6AAE158CC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8355E9-C324-99B2-243F-B7A31C4F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0ABE50-D95B-CC63-4A06-4E4C449F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70B20F-A796-BDA0-9481-6925CD85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6344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7D3E7-03A3-E9DB-C33C-4E9A8E7A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8E2266-1239-0AB2-242E-53D80FA7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4B6779-0127-04A7-32A4-C803EF36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2D108F-F215-B301-3EAA-4F0D23B6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41907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92145B-A132-5F1A-7F7F-B5FB27A9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68DA8D-625B-89A3-B7B1-50A47BB8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CA49EB-B7E2-C7F0-0AC2-D4426E76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659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0A5F8-A4B3-D381-D7B7-5D9AA7D9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983E0-C732-F5D9-788A-700435DF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F7D395-F2EC-4736-1385-DB49D3E8E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71686A-327D-4702-3A2C-D28DC82D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0F9F1-8E4D-82DD-EC06-0F7BCC49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1A209F-BEF6-4719-389B-9F477A50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414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B9385-F814-24B1-08CA-14436A8A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2B86F3-9C64-5154-CFB5-556548A41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21A1A7-2C46-B3EE-FB21-6522D6DD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1A31ED-FFD4-3A43-9F25-5072DAB4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479C97-229A-550C-A2BC-8ACD6CC5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65FB4A-0447-EE3B-CECB-BBD3D42E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508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49FD-0F56-0B4B-C6F9-B8A75102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921D0-F564-658B-AF24-678376FD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473C4D-E5F3-E117-1B96-AFE20A7F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D9F84-A922-CB6F-C99B-AB5E315E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B9A8F5-B42E-FC47-197D-F7388227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33505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631FC6-6593-AF88-C69B-D59DAC7C0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C292A7-14BF-3D32-FDA3-8FA9FA976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7F292C-2D19-553C-DE6D-68C8F177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4D2794-0C2F-517A-4FE1-87E5B5D7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7B4C7A-E67F-99BC-B854-62FCB775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2304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7B2143-756C-32D2-56F1-58CE2DF8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601976-1C47-41FD-5C52-731367644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94DE6-D5E4-88B5-CF5C-09E32093F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C837F-9100-490F-9497-39E9ECEB3D16}" type="datetimeFigureOut">
              <a:rPr lang="es-419" smtClean="0"/>
              <a:t>21/2/2026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C80156-3149-C71C-A417-5D1ED8545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BF71F-A606-9D09-FBC2-889416F60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797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99" y="151651"/>
            <a:ext cx="2160000" cy="2160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19F800A-004D-EFDA-24FF-18E34C9853D0}"/>
              </a:ext>
            </a:extLst>
          </p:cNvPr>
          <p:cNvSpPr txBox="1"/>
          <p:nvPr/>
        </p:nvSpPr>
        <p:spPr>
          <a:xfrm>
            <a:off x="498000" y="2343640"/>
            <a:ext cx="11196000" cy="19697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sz="5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Programación Avanzada</a:t>
            </a:r>
          </a:p>
          <a:p>
            <a:pPr algn="ctr"/>
            <a:r>
              <a:rPr lang="es-419" sz="72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ESTRUCTURAS DE DATOS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054369" y="-3806694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1D2"/>
              </a:solidFill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8174769" y="4871570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1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9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DE6985-6A49-501F-1C32-16C8A01FA668}"/>
              </a:ext>
            </a:extLst>
          </p:cNvPr>
          <p:cNvSpPr txBox="1"/>
          <p:nvPr/>
        </p:nvSpPr>
        <p:spPr>
          <a:xfrm>
            <a:off x="1650635" y="2353234"/>
            <a:ext cx="8890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La Programación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753" y="161865"/>
            <a:ext cx="2160000" cy="216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11360602" y="-3809384"/>
            <a:ext cx="28541536" cy="9665431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13111231" y="1301559"/>
            <a:ext cx="28541536" cy="9298914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E8ED7F-10B7-E42E-49F9-6D5943D9F812}"/>
              </a:ext>
            </a:extLst>
          </p:cNvPr>
          <p:cNvSpPr txBox="1"/>
          <p:nvPr/>
        </p:nvSpPr>
        <p:spPr>
          <a:xfrm>
            <a:off x="497999" y="2767281"/>
            <a:ext cx="111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7200" b="1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ESTRUCTURAS DE DATOS</a:t>
            </a:r>
          </a:p>
        </p:txBody>
      </p:sp>
    </p:spTree>
    <p:extLst>
      <p:ext uri="{BB962C8B-B14F-4D97-AF65-F5344CB8AC3E}">
        <p14:creationId xmlns:p14="http://schemas.microsoft.com/office/powerpoint/2010/main" val="207373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11464289" y="-3806775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13199384" y="4991941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9F800A-004D-EFDA-24FF-18E34C9853D0}"/>
              </a:ext>
            </a:extLst>
          </p:cNvPr>
          <p:cNvSpPr txBox="1"/>
          <p:nvPr/>
        </p:nvSpPr>
        <p:spPr>
          <a:xfrm>
            <a:off x="3562873" y="2544251"/>
            <a:ext cx="49082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</p:spTree>
    <p:extLst>
      <p:ext uri="{BB962C8B-B14F-4D97-AF65-F5344CB8AC3E}">
        <p14:creationId xmlns:p14="http://schemas.microsoft.com/office/powerpoint/2010/main" val="90394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8AA114-8043-0A39-0188-988769FA549A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E1E83-FC2A-AB5C-7E7B-89A89F1918F4}"/>
              </a:ext>
            </a:extLst>
          </p:cNvPr>
          <p:cNvSpPr txBox="1"/>
          <p:nvPr/>
        </p:nvSpPr>
        <p:spPr>
          <a:xfrm>
            <a:off x="858358" y="2905675"/>
            <a:ext cx="10782756" cy="81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Forma de estructurar los datos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xddddddd</a:t>
            </a:r>
            <a:endParaRPr lang="es-419" sz="3600" dirty="0">
              <a:solidFill>
                <a:srgbClr val="0021D2"/>
              </a:solidFill>
              <a:latin typeface="Century Gothic" panose="020B0502020202020204" pitchFamily="34" charset="0"/>
              <a:ea typeface="Power Red and Green" panose="01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A544BB-6E9F-3019-F313-C5322A5E61B9}"/>
              </a:ext>
            </a:extLst>
          </p:cNvPr>
          <p:cNvSpPr txBox="1"/>
          <p:nvPr/>
        </p:nvSpPr>
        <p:spPr>
          <a:xfrm>
            <a:off x="540000" y="1389268"/>
            <a:ext cx="5879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</p:spTree>
    <p:extLst>
      <p:ext uri="{BB962C8B-B14F-4D97-AF65-F5344CB8AC3E}">
        <p14:creationId xmlns:p14="http://schemas.microsoft.com/office/powerpoint/2010/main" val="1047241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AFA6-EBDF-B11C-EADC-3A17611D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45AEF04-3D5C-6E25-252F-AD2E92C6E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CE71CF2-4498-7F8C-4702-5BD5240BB320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C6A9525-E964-7AD0-04D7-5C7D824D9C25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2E0DD5-E33F-4FD1-E6FA-021E69A919C5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28AEC0-CE26-F73D-C794-1F01CD8BC822}"/>
              </a:ext>
            </a:extLst>
          </p:cNvPr>
          <p:cNvSpPr txBox="1"/>
          <p:nvPr/>
        </p:nvSpPr>
        <p:spPr>
          <a:xfrm>
            <a:off x="716843" y="2829475"/>
            <a:ext cx="10782756" cy="248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Forma particular de organizar información en un computador para que pueda ser utilizada de manera eficiente.​​​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F80451-A259-1BDD-8264-CBFA444E51C1}"/>
              </a:ext>
            </a:extLst>
          </p:cNvPr>
          <p:cNvSpPr txBox="1"/>
          <p:nvPr/>
        </p:nvSpPr>
        <p:spPr>
          <a:xfrm>
            <a:off x="540000" y="1389268"/>
            <a:ext cx="5879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</p:spTree>
    <p:extLst>
      <p:ext uri="{BB962C8B-B14F-4D97-AF65-F5344CB8AC3E}">
        <p14:creationId xmlns:p14="http://schemas.microsoft.com/office/powerpoint/2010/main" val="2173983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5B4D-B348-6B16-8707-16B5CB2E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8ECAA5E-C001-390E-9437-FDB01DD5C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71BF19B5-3041-EF2D-972E-69A95F1E4F1B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DACA347-22FD-3188-AB6C-297C10120D2B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C207C0-89E9-2542-5CE1-BEFDB5B65C17}"/>
              </a:ext>
            </a:extLst>
          </p:cNvPr>
          <p:cNvSpPr txBox="1"/>
          <p:nvPr/>
        </p:nvSpPr>
        <p:spPr>
          <a:xfrm>
            <a:off x="6850040" y="3395127"/>
            <a:ext cx="34639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FABDD8-B8EF-270D-38A3-07241BEAD740}"/>
              </a:ext>
            </a:extLst>
          </p:cNvPr>
          <p:cNvSpPr txBox="1"/>
          <p:nvPr/>
        </p:nvSpPr>
        <p:spPr>
          <a:xfrm>
            <a:off x="540000" y="1389268"/>
            <a:ext cx="5879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  <p:pic>
        <p:nvPicPr>
          <p:cNvPr id="1028" name="Picture 4" descr="Imágenes de Biblioteca desordenada - Descarga gratuita en ...">
            <a:extLst>
              <a:ext uri="{FF2B5EF4-FFF2-40B4-BE49-F238E27FC236}">
                <a16:creationId xmlns:a16="http://schemas.microsoft.com/office/drawing/2014/main" id="{B49648C6-C77F-8234-457D-5DC0E7973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03" y="2917372"/>
            <a:ext cx="4767452" cy="267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 biblioteca, de la A a la Z y al revés - Sommelier de Café">
            <a:extLst>
              <a:ext uri="{FF2B5EF4-FFF2-40B4-BE49-F238E27FC236}">
                <a16:creationId xmlns:a16="http://schemas.microsoft.com/office/drawing/2014/main" id="{6FBB6680-F3C0-4E1E-57B3-4E49327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030" y="2797629"/>
            <a:ext cx="4447494" cy="296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22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EA43-9D09-94DF-0F39-D7C64480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8AAF76B-921C-9A3C-9ABD-43D69FDD1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E6CACE2-EBC0-91F1-AE39-CDAF7513BC4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4FBD69D-6CD8-1121-F87C-1973E933E866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B030214-B0DE-8A04-02EA-49CB093E807E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85D600-68D9-C774-D841-A89A2E8BFEF7}"/>
              </a:ext>
            </a:extLst>
          </p:cNvPr>
          <p:cNvSpPr txBox="1"/>
          <p:nvPr/>
        </p:nvSpPr>
        <p:spPr>
          <a:xfrm>
            <a:off x="539999" y="2825099"/>
            <a:ext cx="10782756" cy="16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Estructura de Datos Lineal de longitud variable, puede almacenar cualquier cosa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7E7710-BA80-1C10-9EE6-1F3551721809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678278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4774-61A4-5C43-FDC7-557081E85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194C6CA-FC03-F97C-CEA3-56DE34D14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5F2F91BE-130B-D30B-E887-C8D9DFA54855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1532A71-DE1F-41BD-5C71-ADA4B94407D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98CF80-C1EC-0A2B-2D54-A1446EDD4CE4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695002C-722B-9101-F77C-B9C3EB71645F}"/>
              </a:ext>
            </a:extLst>
          </p:cNvPr>
          <p:cNvSpPr/>
          <p:nvPr/>
        </p:nvSpPr>
        <p:spPr>
          <a:xfrm>
            <a:off x="2046514" y="351064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93DEB0E-3965-BB1F-FFDC-D72AFC0271CB}"/>
              </a:ext>
            </a:extLst>
          </p:cNvPr>
          <p:cNvSpPr/>
          <p:nvPr/>
        </p:nvSpPr>
        <p:spPr>
          <a:xfrm>
            <a:off x="4408714" y="351064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B1FD9BF-3580-1ACB-C514-883C0A1F6AD1}"/>
              </a:ext>
            </a:extLst>
          </p:cNvPr>
          <p:cNvSpPr/>
          <p:nvPr/>
        </p:nvSpPr>
        <p:spPr>
          <a:xfrm>
            <a:off x="6770914" y="351064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FAB3C64-44FF-B1AD-6F1E-048262545972}"/>
              </a:ext>
            </a:extLst>
          </p:cNvPr>
          <p:cNvSpPr/>
          <p:nvPr/>
        </p:nvSpPr>
        <p:spPr>
          <a:xfrm>
            <a:off x="9133114" y="351064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581CD3E-79BC-3367-8924-68EA84AD4386}"/>
              </a:ext>
            </a:extLst>
          </p:cNvPr>
          <p:cNvCxnSpPr>
            <a:cxnSpLocks/>
          </p:cNvCxnSpPr>
          <p:nvPr/>
        </p:nvCxnSpPr>
        <p:spPr>
          <a:xfrm>
            <a:off x="2960914" y="395695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4B52BF5-9D26-371E-221D-4FD2803B11FF}"/>
              </a:ext>
            </a:extLst>
          </p:cNvPr>
          <p:cNvCxnSpPr>
            <a:cxnSpLocks/>
          </p:cNvCxnSpPr>
          <p:nvPr/>
        </p:nvCxnSpPr>
        <p:spPr>
          <a:xfrm>
            <a:off x="5323114" y="3951512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79E9354-66FF-4A24-EC74-73E337EDBF8B}"/>
              </a:ext>
            </a:extLst>
          </p:cNvPr>
          <p:cNvCxnSpPr>
            <a:cxnSpLocks/>
          </p:cNvCxnSpPr>
          <p:nvPr/>
        </p:nvCxnSpPr>
        <p:spPr>
          <a:xfrm>
            <a:off x="7685314" y="3962398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004A0F2-2CE1-D622-40D1-CB7D7268D477}"/>
              </a:ext>
            </a:extLst>
          </p:cNvPr>
          <p:cNvSpPr/>
          <p:nvPr/>
        </p:nvSpPr>
        <p:spPr>
          <a:xfrm>
            <a:off x="12638314" y="355418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D669E46-99AD-332D-C089-50E507C00451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0" cy="0"/>
          </a:xfrm>
          <a:prstGeom prst="straightConnector1">
            <a:avLst/>
          </a:prstGeom>
          <a:ln w="762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5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3DE4-2306-8CA1-EC9F-CEB0371B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E9215DA-6A34-2415-A29B-C5AE46E11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9DF4DAA-9267-ED67-0A2C-B7965C72EF38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BC1615B1-2249-06F8-DC15-1711DCBA2C78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2CB0BA-762D-7031-09C5-9D1D7D11C09A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2899B65-6EF5-7E3B-3C3C-C7F81ACA7561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5F6DD78-5950-3360-FD76-15456ED2CBCB}"/>
              </a:ext>
            </a:extLst>
          </p:cNvPr>
          <p:cNvSpPr/>
          <p:nvPr/>
        </p:nvSpPr>
        <p:spPr>
          <a:xfrm>
            <a:off x="32221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F029EBF-ADFB-1A82-8549-044A61F564E5}"/>
              </a:ext>
            </a:extLst>
          </p:cNvPr>
          <p:cNvSpPr/>
          <p:nvPr/>
        </p:nvSpPr>
        <p:spPr>
          <a:xfrm>
            <a:off x="55843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0481BB3-101D-7EE5-06C9-A7C4C154C2B2}"/>
              </a:ext>
            </a:extLst>
          </p:cNvPr>
          <p:cNvSpPr/>
          <p:nvPr/>
        </p:nvSpPr>
        <p:spPr>
          <a:xfrm>
            <a:off x="79465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550BBB4-7E1C-EF7E-C71C-1E8582A7E5C3}"/>
              </a:ext>
            </a:extLst>
          </p:cNvPr>
          <p:cNvCxnSpPr>
            <a:cxnSpLocks/>
          </p:cNvCxnSpPr>
          <p:nvPr/>
        </p:nvCxnSpPr>
        <p:spPr>
          <a:xfrm>
            <a:off x="17743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F3545E7-341A-3F20-984D-EE01B0E57560}"/>
              </a:ext>
            </a:extLst>
          </p:cNvPr>
          <p:cNvCxnSpPr>
            <a:cxnSpLocks/>
          </p:cNvCxnSpPr>
          <p:nvPr/>
        </p:nvCxnSpPr>
        <p:spPr>
          <a:xfrm>
            <a:off x="41365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F98F2A9-BC80-522F-3A8D-EB3925518A28}"/>
              </a:ext>
            </a:extLst>
          </p:cNvPr>
          <p:cNvCxnSpPr>
            <a:cxnSpLocks/>
          </p:cNvCxnSpPr>
          <p:nvPr/>
        </p:nvCxnSpPr>
        <p:spPr>
          <a:xfrm>
            <a:off x="64987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74FAB291-57CA-2639-6517-36589177D523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32A0604-7D56-246B-AC94-A0D74F9B5D0A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14471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3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7854-3355-AA09-A17D-D4466771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0C32851-6306-BD71-FEF1-683531A2A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D9E2E38-C27C-D6C1-1AD4-1451442BE393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A0E452D-A6BD-4379-14E5-E443832F1EB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77AA09-FAC1-27E5-5FDD-B8E816FD07B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72F90E9-E0A5-8ECC-DAEC-39A15941FAE2}"/>
              </a:ext>
            </a:extLst>
          </p:cNvPr>
          <p:cNvSpPr/>
          <p:nvPr/>
        </p:nvSpPr>
        <p:spPr>
          <a:xfrm>
            <a:off x="5225142" y="34834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157D287-C0D6-18FF-5571-B8B5E740B43F}"/>
              </a:ext>
            </a:extLst>
          </p:cNvPr>
          <p:cNvCxnSpPr>
            <a:cxnSpLocks/>
          </p:cNvCxnSpPr>
          <p:nvPr/>
        </p:nvCxnSpPr>
        <p:spPr>
          <a:xfrm>
            <a:off x="6139542" y="39406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14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3CB0-71E5-ED18-61C7-F86042BB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F2418BD-DBCF-A2DF-F941-1AEC699DE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3792A3E0-B737-153E-5C89-649A35DE2EE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D0871FC-60ED-1EF3-51FA-B5693ED668A6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818749-68ED-565D-1FCA-3550511C5D8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36AD50A-8D33-533E-B8E7-2CC4F08C823B}"/>
              </a:ext>
            </a:extLst>
          </p:cNvPr>
          <p:cNvSpPr/>
          <p:nvPr/>
        </p:nvSpPr>
        <p:spPr>
          <a:xfrm>
            <a:off x="5225142" y="34834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BEF5DA4-22DA-1FB0-B065-5690874290C2}"/>
              </a:ext>
            </a:extLst>
          </p:cNvPr>
          <p:cNvCxnSpPr>
            <a:cxnSpLocks/>
          </p:cNvCxnSpPr>
          <p:nvPr/>
        </p:nvCxnSpPr>
        <p:spPr>
          <a:xfrm>
            <a:off x="6139542" y="39406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26D65B3-5439-26A3-8D27-CC3C4BFBFEF1}"/>
              </a:ext>
            </a:extLst>
          </p:cNvPr>
          <p:cNvSpPr txBox="1"/>
          <p:nvPr/>
        </p:nvSpPr>
        <p:spPr>
          <a:xfrm>
            <a:off x="5189765" y="29776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7D1809B-B8B7-FCC0-D919-0EBBDFE8955A}"/>
              </a:ext>
            </a:extLst>
          </p:cNvPr>
          <p:cNvSpPr txBox="1"/>
          <p:nvPr/>
        </p:nvSpPr>
        <p:spPr>
          <a:xfrm>
            <a:off x="6855281" y="40117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</p:spTree>
    <p:extLst>
      <p:ext uri="{BB962C8B-B14F-4D97-AF65-F5344CB8AC3E}">
        <p14:creationId xmlns:p14="http://schemas.microsoft.com/office/powerpoint/2010/main" val="399663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49B0-7341-87AD-11F8-4460908F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A659829-914C-0BDB-EAB4-C40F10E7C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FF6A7BD-AAEC-FD6C-8C78-018A3C8C59D9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AB9EA1C-F919-94C0-C597-D2C4D8D2597F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41A67F1-0CA3-2FCD-ABD6-F0631AA959BD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  <a:endParaRPr lang="es-419" sz="6000" b="1" dirty="0">
              <a:solidFill>
                <a:srgbClr val="0021D2"/>
              </a:solidFill>
              <a:latin typeface="Century Gothic" panose="020B0502020202020204" pitchFamily="34" charset="0"/>
              <a:ea typeface="Power Red and Green" panose="01000000000000000000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A5AC644-A5F6-82FB-6885-04DFC4F764BB}"/>
              </a:ext>
            </a:extLst>
          </p:cNvPr>
          <p:cNvSpPr/>
          <p:nvPr/>
        </p:nvSpPr>
        <p:spPr>
          <a:xfrm>
            <a:off x="-310243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D69CDC1-5DCF-682A-10AD-060F3027DF74}"/>
              </a:ext>
            </a:extLst>
          </p:cNvPr>
          <p:cNvCxnSpPr>
            <a:cxnSpLocks/>
          </p:cNvCxnSpPr>
          <p:nvPr/>
        </p:nvCxnSpPr>
        <p:spPr>
          <a:xfrm>
            <a:off x="-218803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DF6493C-8BAD-1968-93E0-99FBFA27A0B8}"/>
              </a:ext>
            </a:extLst>
          </p:cNvPr>
          <p:cNvSpPr txBox="1"/>
          <p:nvPr/>
        </p:nvSpPr>
        <p:spPr>
          <a:xfrm>
            <a:off x="-3137807" y="30538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096ABD-E838-DCCC-FAA3-EA24FD93BF94}"/>
              </a:ext>
            </a:extLst>
          </p:cNvPr>
          <p:cNvSpPr txBox="1"/>
          <p:nvPr/>
        </p:nvSpPr>
        <p:spPr>
          <a:xfrm>
            <a:off x="-1472291" y="40879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E39194-307A-FDA7-3201-F826A190119C}"/>
              </a:ext>
            </a:extLst>
          </p:cNvPr>
          <p:cNvSpPr txBox="1"/>
          <p:nvPr/>
        </p:nvSpPr>
        <p:spPr>
          <a:xfrm>
            <a:off x="1268385" y="2392100"/>
            <a:ext cx="8060672" cy="296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value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next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n-US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self.value</a:t>
            </a:r>
            <a:r>
              <a:rPr lang="en-US" sz="3200" dirty="0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value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n-US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self.next</a:t>
            </a:r>
            <a:r>
              <a:rPr lang="en-US" sz="3200" dirty="0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next</a:t>
            </a:r>
            <a:endParaRPr lang="es-419" sz="3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51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DE22-B0BB-D04F-44B2-0B52B487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3B174A5-61DA-E730-2897-11F29EED6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499F9C3-F32F-D58D-0555-6200DF4B658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8457B43-4B74-E6FE-FB7F-38097CA09760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6AC38A-AB89-6150-FB12-8ACD5DC3BFC7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F5D0DA1-0D7B-5178-EE2C-306A4FAA26AD}"/>
              </a:ext>
            </a:extLst>
          </p:cNvPr>
          <p:cNvSpPr/>
          <p:nvPr/>
        </p:nvSpPr>
        <p:spPr>
          <a:xfrm>
            <a:off x="-310243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D6ECFDF-701A-1855-DE32-8C1B9DAF07BE}"/>
              </a:ext>
            </a:extLst>
          </p:cNvPr>
          <p:cNvCxnSpPr>
            <a:cxnSpLocks/>
          </p:cNvCxnSpPr>
          <p:nvPr/>
        </p:nvCxnSpPr>
        <p:spPr>
          <a:xfrm>
            <a:off x="-218803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885EBEB-5A0F-051B-E672-BA0FBBA731FF}"/>
              </a:ext>
            </a:extLst>
          </p:cNvPr>
          <p:cNvSpPr txBox="1"/>
          <p:nvPr/>
        </p:nvSpPr>
        <p:spPr>
          <a:xfrm>
            <a:off x="-3137807" y="30538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81FED9-57C2-FABB-9F3C-537F64170C42}"/>
              </a:ext>
            </a:extLst>
          </p:cNvPr>
          <p:cNvSpPr txBox="1"/>
          <p:nvPr/>
        </p:nvSpPr>
        <p:spPr>
          <a:xfrm>
            <a:off x="-1472291" y="40879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841532-7B8F-B448-624B-F46472ABAD8B}"/>
              </a:ext>
            </a:extLst>
          </p:cNvPr>
          <p:cNvSpPr txBox="1"/>
          <p:nvPr/>
        </p:nvSpPr>
        <p:spPr>
          <a:xfrm>
            <a:off x="1203071" y="2838415"/>
            <a:ext cx="5578729" cy="22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(55,</a:t>
            </a:r>
            <a:r>
              <a:rPr lang="es-419" sz="3200" dirty="0">
                <a:solidFill>
                  <a:srgbClr val="FF000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nodo2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(33,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nodo3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(11,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nodo2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248C-6831-CCFB-551A-F2437B06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20C619D-CE11-46C9-984B-9AC5CA88F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48BB59E-1C2E-49D4-B443-D23CF11E805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723511E-9994-5885-A821-26F7F8C76B5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0A96F2-98D6-63B2-89D9-375E442AC79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A6B15C8-D4D8-C432-41A0-5283DFE1EF2E}"/>
              </a:ext>
            </a:extLst>
          </p:cNvPr>
          <p:cNvSpPr/>
          <p:nvPr/>
        </p:nvSpPr>
        <p:spPr>
          <a:xfrm>
            <a:off x="2917372" y="340178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11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D657F4F-2DDE-CBDE-26E8-71E5FB02DE4E}"/>
              </a:ext>
            </a:extLst>
          </p:cNvPr>
          <p:cNvSpPr/>
          <p:nvPr/>
        </p:nvSpPr>
        <p:spPr>
          <a:xfrm>
            <a:off x="5279572" y="340178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33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91D65FD-781D-972F-B45A-AE7EB543A93B}"/>
              </a:ext>
            </a:extLst>
          </p:cNvPr>
          <p:cNvSpPr/>
          <p:nvPr/>
        </p:nvSpPr>
        <p:spPr>
          <a:xfrm>
            <a:off x="7641772" y="340178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55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766F719-A514-79AD-8ADB-6389E7480759}"/>
              </a:ext>
            </a:extLst>
          </p:cNvPr>
          <p:cNvCxnSpPr>
            <a:cxnSpLocks/>
          </p:cNvCxnSpPr>
          <p:nvPr/>
        </p:nvCxnSpPr>
        <p:spPr>
          <a:xfrm>
            <a:off x="3831772" y="3848099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F0EF817-37B8-1DB7-EF57-8EFAEE5C7CC1}"/>
              </a:ext>
            </a:extLst>
          </p:cNvPr>
          <p:cNvCxnSpPr>
            <a:cxnSpLocks/>
          </p:cNvCxnSpPr>
          <p:nvPr/>
        </p:nvCxnSpPr>
        <p:spPr>
          <a:xfrm>
            <a:off x="6193972" y="3842655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2E49098-B94B-430B-6359-72BC715F0020}"/>
              </a:ext>
            </a:extLst>
          </p:cNvPr>
          <p:cNvCxnSpPr>
            <a:cxnSpLocks/>
          </p:cNvCxnSpPr>
          <p:nvPr/>
        </p:nvCxnSpPr>
        <p:spPr>
          <a:xfrm>
            <a:off x="8556172" y="3853541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D328D1C-A797-5835-7A1D-12961407F970}"/>
              </a:ext>
            </a:extLst>
          </p:cNvPr>
          <p:cNvCxnSpPr>
            <a:cxnSpLocks/>
          </p:cNvCxnSpPr>
          <p:nvPr/>
        </p:nvCxnSpPr>
        <p:spPr>
          <a:xfrm>
            <a:off x="9731828" y="3907969"/>
            <a:ext cx="0" cy="0"/>
          </a:xfrm>
          <a:prstGeom prst="straightConnector1">
            <a:avLst/>
          </a:prstGeom>
          <a:ln w="762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080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6AC-4E1E-51E9-A409-1B547BDB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121C07A-4F30-E5BD-1D7C-E4BF9BFCF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3097685-E429-2797-89B7-CDABC7E766F2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90F5374-5EAA-4533-78BA-AC67595D31F7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080CD0A-0B91-DCD6-7FC7-4AF9435C441B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5B203F-BDC9-B7A5-F9AA-FE7E16B155A7}"/>
              </a:ext>
            </a:extLst>
          </p:cNvPr>
          <p:cNvSpPr/>
          <p:nvPr/>
        </p:nvSpPr>
        <p:spPr>
          <a:xfrm>
            <a:off x="-310243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ED22713-3D6E-683F-3276-88D344AAC974}"/>
              </a:ext>
            </a:extLst>
          </p:cNvPr>
          <p:cNvCxnSpPr>
            <a:cxnSpLocks/>
          </p:cNvCxnSpPr>
          <p:nvPr/>
        </p:nvCxnSpPr>
        <p:spPr>
          <a:xfrm>
            <a:off x="-218803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92D499E-D9CB-AB97-3BC2-2CCA47C56B08}"/>
              </a:ext>
            </a:extLst>
          </p:cNvPr>
          <p:cNvSpPr txBox="1"/>
          <p:nvPr/>
        </p:nvSpPr>
        <p:spPr>
          <a:xfrm>
            <a:off x="-3137807" y="30538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06E1D7-BCEB-1B5D-BF3A-60C9EEE43EB2}"/>
              </a:ext>
            </a:extLst>
          </p:cNvPr>
          <p:cNvSpPr txBox="1"/>
          <p:nvPr/>
        </p:nvSpPr>
        <p:spPr>
          <a:xfrm>
            <a:off x="-1472291" y="40879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CD34AB-64F1-C587-DEB5-122D4EC4778F}"/>
              </a:ext>
            </a:extLst>
          </p:cNvPr>
          <p:cNvSpPr txBox="1"/>
          <p:nvPr/>
        </p:nvSpPr>
        <p:spPr>
          <a:xfrm>
            <a:off x="1203071" y="2838415"/>
            <a:ext cx="5578729" cy="22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(55,</a:t>
            </a:r>
            <a:r>
              <a:rPr lang="es-419" sz="3200" dirty="0">
                <a:solidFill>
                  <a:srgbClr val="FF000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nodo2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(33,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nodo3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 =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(11,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nodo2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3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4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7634-A732-1890-85F7-54ECF3CC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5F8AFE1-452C-C420-41F2-1A2B56F85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A14A2D5-2079-AF0D-39EC-DFE747CA4795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A429A8A-3E56-A040-CBF8-29EB47EBB20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3101BB-E1CA-BAB3-3A2D-E6F365508B62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6A60280-ED1E-4A88-EC57-05B8CF90D85B}"/>
              </a:ext>
            </a:extLst>
          </p:cNvPr>
          <p:cNvSpPr/>
          <p:nvPr/>
        </p:nvSpPr>
        <p:spPr>
          <a:xfrm>
            <a:off x="-310243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4A0B9BF-7613-C79F-2A2C-8D1DE039FA97}"/>
              </a:ext>
            </a:extLst>
          </p:cNvPr>
          <p:cNvCxnSpPr>
            <a:cxnSpLocks/>
          </p:cNvCxnSpPr>
          <p:nvPr/>
        </p:nvCxnSpPr>
        <p:spPr>
          <a:xfrm>
            <a:off x="-218803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60A0982-7DA1-444F-27BB-9EF37D9F1652}"/>
              </a:ext>
            </a:extLst>
          </p:cNvPr>
          <p:cNvSpPr txBox="1"/>
          <p:nvPr/>
        </p:nvSpPr>
        <p:spPr>
          <a:xfrm>
            <a:off x="-3137807" y="30538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654541-9BA2-1F3A-5E48-AAB4BE18BD42}"/>
              </a:ext>
            </a:extLst>
          </p:cNvPr>
          <p:cNvSpPr txBox="1"/>
          <p:nvPr/>
        </p:nvSpPr>
        <p:spPr>
          <a:xfrm>
            <a:off x="-1472291" y="40879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9068D1-041A-5890-8C53-FCB87EA21BD8}"/>
              </a:ext>
            </a:extLst>
          </p:cNvPr>
          <p:cNvSpPr txBox="1"/>
          <p:nvPr/>
        </p:nvSpPr>
        <p:spPr>
          <a:xfrm>
            <a:off x="8550929" y="976957"/>
            <a:ext cx="3641071" cy="142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(55,</a:t>
            </a:r>
            <a:r>
              <a:rPr lang="es-419" sz="2000" dirty="0">
                <a:solidFill>
                  <a:srgbClr val="FF000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nodo2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(33,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nodo3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(11,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nodo2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E01FF6-F33D-F3DB-AA73-813EB3C16898}"/>
              </a:ext>
            </a:extLst>
          </p:cNvPr>
          <p:cNvSpPr txBox="1"/>
          <p:nvPr/>
        </p:nvSpPr>
        <p:spPr>
          <a:xfrm>
            <a:off x="1268385" y="2392100"/>
            <a:ext cx="9443158" cy="22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LinkedList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n-US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self.initialNode</a:t>
            </a:r>
            <a:r>
              <a:rPr lang="en-US" sz="3200" dirty="0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n-US" sz="3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654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1F48-723A-89B6-D6EB-242E107E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EBE6E7F-0DED-FF4D-1690-563DD96EF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3C7F3BD-781B-30CC-1072-0540297415E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18CCD8B-9BDD-982C-1D34-23C811676C1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61985-0DEE-F681-9E57-F1B68C1A863C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FBD2E20-8F72-B5FB-0212-6364D7EB2D6A}"/>
              </a:ext>
            </a:extLst>
          </p:cNvPr>
          <p:cNvSpPr/>
          <p:nvPr/>
        </p:nvSpPr>
        <p:spPr>
          <a:xfrm>
            <a:off x="-310243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0182292-A6CF-3B3A-99A1-9DA8180571D9}"/>
              </a:ext>
            </a:extLst>
          </p:cNvPr>
          <p:cNvCxnSpPr>
            <a:cxnSpLocks/>
          </p:cNvCxnSpPr>
          <p:nvPr/>
        </p:nvCxnSpPr>
        <p:spPr>
          <a:xfrm>
            <a:off x="-218803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559EE5B-5290-E024-D30D-BA90AC6C1307}"/>
              </a:ext>
            </a:extLst>
          </p:cNvPr>
          <p:cNvSpPr txBox="1"/>
          <p:nvPr/>
        </p:nvSpPr>
        <p:spPr>
          <a:xfrm>
            <a:off x="-3137807" y="3053834"/>
            <a:ext cx="971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C7DC9C-F6AE-C470-F2DE-7781552ACBA2}"/>
              </a:ext>
            </a:extLst>
          </p:cNvPr>
          <p:cNvSpPr txBox="1"/>
          <p:nvPr/>
        </p:nvSpPr>
        <p:spPr>
          <a:xfrm>
            <a:off x="-1472291" y="4087977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419" sz="24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Puntero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C9A746-E1F7-CAB6-BC0D-77C193B7FE2B}"/>
              </a:ext>
            </a:extLst>
          </p:cNvPr>
          <p:cNvSpPr txBox="1"/>
          <p:nvPr/>
        </p:nvSpPr>
        <p:spPr>
          <a:xfrm>
            <a:off x="8550929" y="976957"/>
            <a:ext cx="3641071" cy="142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(55,</a:t>
            </a:r>
            <a:r>
              <a:rPr lang="es-419" sz="2000" dirty="0">
                <a:solidFill>
                  <a:srgbClr val="FF000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nodo2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(33,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nodo3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 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(11,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nodo2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B173EA-FFC5-9EDF-3EEE-C20A57F4A6BA}"/>
              </a:ext>
            </a:extLst>
          </p:cNvPr>
          <p:cNvSpPr txBox="1"/>
          <p:nvPr/>
        </p:nvSpPr>
        <p:spPr>
          <a:xfrm>
            <a:off x="1268385" y="2392100"/>
            <a:ext cx="5611386" cy="518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LinkedList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addNode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getNode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deleteNode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960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72F4-A449-B08B-A02F-091B87E1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EA168E4-B789-A93C-E965-D6F73E8AB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56233DA3-CEC2-C988-E867-F0412B3C169E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3A4CDC2E-F564-4C6D-5523-C6A73E2F3D3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6DF4F5-6EEE-08B5-1CB6-8690A790BD7D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CAEA024-3D60-9C75-8FDA-AC63D24C751F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620C219-6158-1D56-AE15-EADE32C552F9}"/>
              </a:ext>
            </a:extLst>
          </p:cNvPr>
          <p:cNvSpPr/>
          <p:nvPr/>
        </p:nvSpPr>
        <p:spPr>
          <a:xfrm>
            <a:off x="32221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E88D3C3-ACED-209B-4062-B8852816477A}"/>
              </a:ext>
            </a:extLst>
          </p:cNvPr>
          <p:cNvSpPr/>
          <p:nvPr/>
        </p:nvSpPr>
        <p:spPr>
          <a:xfrm>
            <a:off x="55843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F194862-9EE9-1746-CD99-433E86D6F393}"/>
              </a:ext>
            </a:extLst>
          </p:cNvPr>
          <p:cNvSpPr/>
          <p:nvPr/>
        </p:nvSpPr>
        <p:spPr>
          <a:xfrm>
            <a:off x="79465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9458A19-C049-F872-CF40-D943427515F6}"/>
              </a:ext>
            </a:extLst>
          </p:cNvPr>
          <p:cNvCxnSpPr>
            <a:cxnSpLocks/>
          </p:cNvCxnSpPr>
          <p:nvPr/>
        </p:nvCxnSpPr>
        <p:spPr>
          <a:xfrm>
            <a:off x="17743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E6020F6-5289-B3D9-8F34-E0BE25AA544C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41365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4644E1E-BD6A-E8F5-A500-9609B09E319E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64987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C2CCBB1-83B3-BE8C-7EDE-E1A39205356B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57F9999-D633-57A9-ADDE-300AF1B71538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14471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0F96A2B-564A-F02A-130C-B07381C2092B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2742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E880-35BE-2757-24C0-3E5A2B60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7ED9BB3-6D04-688C-62BF-0ED0E8E38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27B41A0-D6D3-5B1C-B1BE-C9E88518D825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3015FFD-8B5E-694E-EAAE-3D23770F23DF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55B8BA-D284-34CE-27F0-DAA3E63D6E8F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629ED32-635A-A4C5-E46D-ADFF8A63A072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86A3B62-F1AC-7991-4D3D-412BECCB6EE6}"/>
              </a:ext>
            </a:extLst>
          </p:cNvPr>
          <p:cNvSpPr/>
          <p:nvPr/>
        </p:nvSpPr>
        <p:spPr>
          <a:xfrm>
            <a:off x="32221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BD45430-9899-8711-9B9F-A8ADD8B75A51}"/>
              </a:ext>
            </a:extLst>
          </p:cNvPr>
          <p:cNvSpPr/>
          <p:nvPr/>
        </p:nvSpPr>
        <p:spPr>
          <a:xfrm>
            <a:off x="5584370" y="21880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6DEB95F-4AC4-DB66-9893-60AD05A9F3E1}"/>
              </a:ext>
            </a:extLst>
          </p:cNvPr>
          <p:cNvSpPr/>
          <p:nvPr/>
        </p:nvSpPr>
        <p:spPr>
          <a:xfrm>
            <a:off x="79465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2E08D96-5E68-8A74-5598-80D4E5F69D7A}"/>
              </a:ext>
            </a:extLst>
          </p:cNvPr>
          <p:cNvCxnSpPr>
            <a:cxnSpLocks/>
          </p:cNvCxnSpPr>
          <p:nvPr/>
        </p:nvCxnSpPr>
        <p:spPr>
          <a:xfrm>
            <a:off x="17743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10407EA-A9D4-8172-0B10-1F07BFA8B246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4136570" y="2645226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EF63297-894D-FB1C-10A0-4AC7A829EEE9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6498770" y="2645226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0A66FA54-C7FC-E608-A9CB-C8E445D63F1C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2B14AF1-F640-F367-CC4F-E39888E31283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14471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01A39FE-B660-8317-D344-437C5A77E8DC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591700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0F5F-A7F3-5847-04F7-FCF146E1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A3F9065-BD67-6D62-F942-57954C28A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F15D4FD-5D3A-CE97-FDE2-320E5FBCC23F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31D01A72-3AAD-0B4B-78FA-9C80EA50ED06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48388C-EB03-0376-7CDF-9CDB2060018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6620261-D725-A3A8-7E26-6682286B88F3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3D0ABB3-42D4-2344-7DBD-1F478DF09E5E}"/>
              </a:ext>
            </a:extLst>
          </p:cNvPr>
          <p:cNvSpPr/>
          <p:nvPr/>
        </p:nvSpPr>
        <p:spPr>
          <a:xfrm>
            <a:off x="32221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7682526-5955-E6B0-EE90-3E878A065A85}"/>
              </a:ext>
            </a:extLst>
          </p:cNvPr>
          <p:cNvSpPr/>
          <p:nvPr/>
        </p:nvSpPr>
        <p:spPr>
          <a:xfrm>
            <a:off x="5584370" y="21880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065D716-63F6-EFB4-677B-CF2F3542EA17}"/>
              </a:ext>
            </a:extLst>
          </p:cNvPr>
          <p:cNvSpPr/>
          <p:nvPr/>
        </p:nvSpPr>
        <p:spPr>
          <a:xfrm>
            <a:off x="79465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E091116-FAF5-8D45-8427-67A77882529E}"/>
              </a:ext>
            </a:extLst>
          </p:cNvPr>
          <p:cNvCxnSpPr>
            <a:cxnSpLocks/>
          </p:cNvCxnSpPr>
          <p:nvPr/>
        </p:nvCxnSpPr>
        <p:spPr>
          <a:xfrm>
            <a:off x="17743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3208910-7E43-BDC1-211F-DF8B807DB3C8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136570" y="4016826"/>
            <a:ext cx="3810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814FA37-61D5-04C2-DBB4-B381C87FF826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6498770" y="2645226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9052A2CF-06A9-16C4-5742-D71576202BCB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BDB1B61-77CE-7ACE-70F1-7AD7EE693C1A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14471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210B585-A482-111F-6A55-E79027E62AA1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59552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5D0C-2386-AFE1-F74A-D2B21959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DB74D68-B466-5BF6-2140-042D7B59F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8EB34BC-C213-E558-328D-AE35A052D38B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D1D2F9B-9A84-F555-9581-4FDD5A15EC0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9489A4-622D-9F17-134E-A1CFEB8055BE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D46CA30-2331-DA5C-2798-72BD5082CF7C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7077F33-ECF9-1315-2D7D-EF0886AA9DA6}"/>
              </a:ext>
            </a:extLst>
          </p:cNvPr>
          <p:cNvSpPr/>
          <p:nvPr/>
        </p:nvSpPr>
        <p:spPr>
          <a:xfrm>
            <a:off x="32221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7340FEB-2ED9-F4BF-9358-606E3EE90EF8}"/>
              </a:ext>
            </a:extLst>
          </p:cNvPr>
          <p:cNvSpPr/>
          <p:nvPr/>
        </p:nvSpPr>
        <p:spPr>
          <a:xfrm>
            <a:off x="5388427" y="696683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8F5FD01-D8B5-7804-C8C4-827A3EF15411}"/>
              </a:ext>
            </a:extLst>
          </p:cNvPr>
          <p:cNvSpPr/>
          <p:nvPr/>
        </p:nvSpPr>
        <p:spPr>
          <a:xfrm>
            <a:off x="79465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D93E8B9-5187-C35D-A631-4CF76F0E6436}"/>
              </a:ext>
            </a:extLst>
          </p:cNvPr>
          <p:cNvCxnSpPr>
            <a:cxnSpLocks/>
          </p:cNvCxnSpPr>
          <p:nvPr/>
        </p:nvCxnSpPr>
        <p:spPr>
          <a:xfrm>
            <a:off x="1774370" y="40168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B5414C8-73E9-2B3E-9866-41FB0B75A27A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136570" y="4016826"/>
            <a:ext cx="3810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7A31341-D214-AE2F-4454-9CA099C1885B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6302827" y="1153883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1FD1C21-6497-21B1-FC98-9D046CB6D0F8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C6AD81C-D42D-A55F-CC2F-B9C590A1A8CF}"/>
              </a:ext>
            </a:extLst>
          </p:cNvPr>
          <p:cNvCxnSpPr>
            <a:cxnSpLocks/>
          </p:cNvCxnSpPr>
          <p:nvPr/>
        </p:nvCxnSpPr>
        <p:spPr>
          <a:xfrm>
            <a:off x="8860970" y="4016826"/>
            <a:ext cx="14471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D995D28-AF17-E6D7-C7F1-BFA1A49D8D43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5457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3180-5ECB-8392-5772-15C96F6D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F30172C-8246-AAAE-CCAB-99CD11006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255313B-68EF-1B15-779D-34255766BE66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C36E71C-8EE9-0B94-2689-1BD827682C7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8F146-1D14-71E3-66EE-83AAFBA1C18C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Listas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F5CDE7E-1346-9E62-B86E-647008090940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94F3CC4-2082-A746-600A-54FE9A1498B1}"/>
              </a:ext>
            </a:extLst>
          </p:cNvPr>
          <p:cNvSpPr/>
          <p:nvPr/>
        </p:nvSpPr>
        <p:spPr>
          <a:xfrm>
            <a:off x="40093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C1DB3B5-8343-865D-6D7A-E888D26F5DCF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5F1CA07-356A-3AC2-37DF-CD9DB573FD66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8481C6E-53B7-BDCA-6F89-F7B598B81DFA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17743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08B30E7-314D-366C-C988-101408B49E07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9237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B81749F-C549-416E-D0BE-817BD616633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A6EBD94B-47C2-526A-B07A-A5878FDBE1E0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0DA1571-FD63-9D16-03AC-972B83DEB847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93B66B3-8870-3D09-10F8-6CB48BEFB768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12008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1764-365B-5F44-1E83-95F89DC4F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79B85DB-9931-1DC1-6EE4-D4CE87A59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C6D5676-413D-C18B-A2DE-7CA10A3E56F4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CF5C7F2-7A60-4993-0B75-59CB0EB6DEAB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0D060A-0C39-FC73-2433-2448F6CF92F8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6B9B98-130D-6973-0DFF-AD1FE3F627C9}"/>
              </a:ext>
            </a:extLst>
          </p:cNvPr>
          <p:cNvSpPr txBox="1"/>
          <p:nvPr/>
        </p:nvSpPr>
        <p:spPr>
          <a:xfrm>
            <a:off x="1191496" y="2525899"/>
            <a:ext cx="5578729" cy="3139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(55,</a:t>
            </a:r>
            <a:r>
              <a:rPr lang="es-419" sz="2000" dirty="0">
                <a:solidFill>
                  <a:srgbClr val="FF000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25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nodo2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(33,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nodo3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es-419" sz="20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25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s-419" sz="20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(11,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nodo2</a:t>
            </a: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25000"/>
              </a:lnSpc>
            </a:pPr>
            <a:endParaRPr lang="es-419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25000"/>
              </a:lnSpc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nodoA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nodo1.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next</a:t>
            </a:r>
          </a:p>
          <a:p>
            <a:pPr algn="just">
              <a:lnSpc>
                <a:spcPct val="125000"/>
              </a:lnSpc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nodoB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nodoA.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next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25000"/>
              </a:lnSpc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25000"/>
              </a:lnSpc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nodoB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===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nodo3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750589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6201-B038-1BCE-AA2E-FC9D2422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F2BCA2C-41DD-11A5-D58A-1107D1B9C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9619CA1-6329-5BEA-BF6C-E56F9BE7CF5B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F5B7167-EA14-8C89-116A-0350EE13372F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591D33-E4EC-65C7-CA9A-8CB661BBA940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Nodos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D1DAA9-9118-5244-389D-ED4AC97F545D}"/>
              </a:ext>
            </a:extLst>
          </p:cNvPr>
          <p:cNvSpPr txBox="1"/>
          <p:nvPr/>
        </p:nvSpPr>
        <p:spPr>
          <a:xfrm>
            <a:off x="3402260" y="2618496"/>
            <a:ext cx="5578729" cy="58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nodoFinal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nodo1.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next.next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5B260C5-2B0A-8761-3D42-8A44C98CF2D7}"/>
              </a:ext>
            </a:extLst>
          </p:cNvPr>
          <p:cNvSpPr/>
          <p:nvPr/>
        </p:nvSpPr>
        <p:spPr>
          <a:xfrm>
            <a:off x="2986820" y="40036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B88819F-5D0F-EA9B-2E77-3033C674CFC4}"/>
              </a:ext>
            </a:extLst>
          </p:cNvPr>
          <p:cNvSpPr/>
          <p:nvPr/>
        </p:nvSpPr>
        <p:spPr>
          <a:xfrm>
            <a:off x="5349020" y="40036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C0634D-4132-9C7D-76C3-9543B8FD7969}"/>
              </a:ext>
            </a:extLst>
          </p:cNvPr>
          <p:cNvSpPr/>
          <p:nvPr/>
        </p:nvSpPr>
        <p:spPr>
          <a:xfrm>
            <a:off x="7711220" y="40036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55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FAF8B7B-B5FC-A314-77A6-0E9E44264243}"/>
              </a:ext>
            </a:extLst>
          </p:cNvPr>
          <p:cNvCxnSpPr>
            <a:cxnSpLocks/>
          </p:cNvCxnSpPr>
          <p:nvPr/>
        </p:nvCxnSpPr>
        <p:spPr>
          <a:xfrm>
            <a:off x="3901220" y="4449984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6C1717B-E5CD-F3FA-D3F7-D6892D59B610}"/>
              </a:ext>
            </a:extLst>
          </p:cNvPr>
          <p:cNvCxnSpPr>
            <a:cxnSpLocks/>
          </p:cNvCxnSpPr>
          <p:nvPr/>
        </p:nvCxnSpPr>
        <p:spPr>
          <a:xfrm>
            <a:off x="6263420" y="4444540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0A60F8A-3B8E-F3F2-58C6-74957390D8C8}"/>
              </a:ext>
            </a:extLst>
          </p:cNvPr>
          <p:cNvCxnSpPr>
            <a:cxnSpLocks/>
          </p:cNvCxnSpPr>
          <p:nvPr/>
        </p:nvCxnSpPr>
        <p:spPr>
          <a:xfrm>
            <a:off x="8625620" y="4455426"/>
            <a:ext cx="14478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700A4F6-E479-5EDC-77DA-4EB6632F17A1}"/>
              </a:ext>
            </a:extLst>
          </p:cNvPr>
          <p:cNvCxnSpPr>
            <a:cxnSpLocks/>
          </p:cNvCxnSpPr>
          <p:nvPr/>
        </p:nvCxnSpPr>
        <p:spPr>
          <a:xfrm>
            <a:off x="9801276" y="4509854"/>
            <a:ext cx="0" cy="0"/>
          </a:xfrm>
          <a:prstGeom prst="straightConnector1">
            <a:avLst/>
          </a:prstGeom>
          <a:ln w="762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583560-D774-5D3A-7737-4EE69E1212AB}"/>
              </a:ext>
            </a:extLst>
          </p:cNvPr>
          <p:cNvSpPr txBox="1"/>
          <p:nvPr/>
        </p:nvSpPr>
        <p:spPr>
          <a:xfrm>
            <a:off x="7511968" y="3530277"/>
            <a:ext cx="1351344" cy="38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nodoFinal</a:t>
            </a:r>
            <a:endParaRPr lang="es-419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F24ABF3-8931-1E15-FC27-83EB64767853}"/>
              </a:ext>
            </a:extLst>
          </p:cNvPr>
          <p:cNvSpPr txBox="1"/>
          <p:nvPr/>
        </p:nvSpPr>
        <p:spPr>
          <a:xfrm>
            <a:off x="2675679" y="3532207"/>
            <a:ext cx="1606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nodoInicial</a:t>
            </a:r>
            <a:endParaRPr lang="es-419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E688E29-9B32-ACB9-FC13-844E4BF25508}"/>
              </a:ext>
            </a:extLst>
          </p:cNvPr>
          <p:cNvSpPr txBox="1"/>
          <p:nvPr/>
        </p:nvSpPr>
        <p:spPr>
          <a:xfrm>
            <a:off x="2932251" y="5095754"/>
            <a:ext cx="1606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</a:t>
            </a:r>
            <a:endParaRPr lang="es-419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026CAB-64DD-D259-D0B6-E7F6C85BABBB}"/>
              </a:ext>
            </a:extLst>
          </p:cNvPr>
          <p:cNvSpPr txBox="1"/>
          <p:nvPr/>
        </p:nvSpPr>
        <p:spPr>
          <a:xfrm>
            <a:off x="5177259" y="5089703"/>
            <a:ext cx="1571262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nodo1.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next</a:t>
            </a:r>
            <a:endParaRPr lang="es-419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73D10F4-D06E-CFB9-F334-64802F75AC21}"/>
              </a:ext>
            </a:extLst>
          </p:cNvPr>
          <p:cNvSpPr txBox="1"/>
          <p:nvPr/>
        </p:nvSpPr>
        <p:spPr>
          <a:xfrm>
            <a:off x="7386576" y="5095754"/>
            <a:ext cx="2081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nodo1.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next.next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73791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950F-1EB1-80A2-7793-09BD4D59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3AF21B4-CD17-39B9-C570-6884228A3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D9D37DD7-4968-FA4E-8480-5AC467140F93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CCAA1BF-B93F-5AB1-E363-6CF746121B6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E407E00-020E-D678-8C80-A715CDA793C0}"/>
              </a:ext>
            </a:extLst>
          </p:cNvPr>
          <p:cNvSpPr txBox="1"/>
          <p:nvPr/>
        </p:nvSpPr>
        <p:spPr>
          <a:xfrm>
            <a:off x="2236111" y="3508898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86AADD-16E0-17C2-FD12-D77F48306C1B}"/>
              </a:ext>
            </a:extLst>
          </p:cNvPr>
          <p:cNvSpPr txBox="1"/>
          <p:nvPr/>
        </p:nvSpPr>
        <p:spPr>
          <a:xfrm>
            <a:off x="777424" y="1836239"/>
            <a:ext cx="11305719" cy="3706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getLastNode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s-419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actualNode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actualNode.next</a:t>
            </a:r>
            <a:r>
              <a:rPr lang="es-419" sz="3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==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None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3200" dirty="0" err="1">
                <a:solidFill>
                  <a:srgbClr val="0070C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actualNode</a:t>
            </a:r>
            <a:endParaRPr lang="es-419" sz="32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3200" dirty="0" err="1">
                <a:solidFill>
                  <a:srgbClr val="0070C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.getLastNode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actualNode.next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E2F397-A912-EAC7-152B-60B41BA5EEA4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Recorrido recursivo</a:t>
            </a:r>
          </a:p>
        </p:txBody>
      </p:sp>
    </p:spTree>
    <p:extLst>
      <p:ext uri="{BB962C8B-B14F-4D97-AF65-F5344CB8AC3E}">
        <p14:creationId xmlns:p14="http://schemas.microsoft.com/office/powerpoint/2010/main" val="984801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A71F-C0B7-AEBA-B26F-9B5433A9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1059674-7E74-579C-603D-915B59DB9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64CCF93-5608-1320-355A-414CDD0213FE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040B292-8D10-EC07-5A04-71F501919E24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0DDD89-D64B-94AA-4D64-BB961D9E78CE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97D95B-DA44-C59A-161F-60015E101718}"/>
              </a:ext>
            </a:extLst>
          </p:cNvPr>
          <p:cNvSpPr txBox="1"/>
          <p:nvPr/>
        </p:nvSpPr>
        <p:spPr>
          <a:xfrm>
            <a:off x="539999" y="2825099"/>
            <a:ext cx="10782756" cy="16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Estructura de Datos Lineal de longitud variable, se rige por el principio FIFO (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First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 In,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First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Out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D395A0-8B50-83A5-66B2-E64588DB2671}"/>
              </a:ext>
            </a:extLst>
          </p:cNvPr>
          <p:cNvSpPr txBox="1"/>
          <p:nvPr/>
        </p:nvSpPr>
        <p:spPr>
          <a:xfrm>
            <a:off x="539999" y="1389268"/>
            <a:ext cx="2538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Colas</a:t>
            </a:r>
            <a:endParaRPr lang="es-419" sz="6000" b="1" dirty="0">
              <a:solidFill>
                <a:srgbClr val="0021D2"/>
              </a:solidFill>
              <a:latin typeface="Century Gothic" panose="020B0502020202020204" pitchFamily="34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60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CC4D-3C2E-1520-072E-D854E5FF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6D00210-5AF6-27AE-7ED4-43C933033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0E84E43-C55C-2F43-7A3A-7B195A4BEFF7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5AD5DD3-9878-0D25-D3A3-C67AC3D7B5C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BD4966-3B9B-FAB5-292B-7783D63BB76C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B44CD49-766A-A6E7-82B9-EBB0852B682D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C7A93FC-2742-9C80-0DAC-C70762FEE976}"/>
              </a:ext>
            </a:extLst>
          </p:cNvPr>
          <p:cNvSpPr/>
          <p:nvPr/>
        </p:nvSpPr>
        <p:spPr>
          <a:xfrm>
            <a:off x="40093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E4EECB9-9C7C-B5D6-457A-468D198A4E31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03667C5-4353-4A79-AEA6-A410146F583D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9ECEAA9-FF37-55E0-7EDA-5A5F258A50AE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17743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43BAD67-267F-ADF3-6177-729760C53A38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9237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1F096A2-1580-F9F7-F8AB-A21379640932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3631872-A717-B1E3-F68E-375F8DFAAACD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EA93BD32-7D63-0FB8-EF64-8AE9F333D33D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A7DDBED-736E-9F53-5174-6C9B6531DB25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54477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11CB-278A-45F7-95C3-ACB15149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251FC3C-4772-9C7B-256A-BD1E7F777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3E53EE34-C1CD-D3F8-E201-32EBAB2B58B2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1B51038-C9A8-C798-7FE4-2459C305C421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CF02B2-E6D9-CC27-AD6E-7A758243A13C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6618DC4-19F6-71E7-1749-2C0F076A4438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4A796CE-0411-5200-D928-031DC269FF24}"/>
              </a:ext>
            </a:extLst>
          </p:cNvPr>
          <p:cNvSpPr/>
          <p:nvPr/>
        </p:nvSpPr>
        <p:spPr>
          <a:xfrm>
            <a:off x="4009370" y="518008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1CF1ABE-22E2-BB3B-F251-A67B9F99C6B9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AE14F25-C25D-0F94-0864-3584C2BF94D3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C2ED4A5-2DFA-19EB-1CF5-1ACAD9103A23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1774370" y="4016826"/>
            <a:ext cx="2235000" cy="162045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DA049A4-E4E6-F7B0-DA71-2B83B7378062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4923770" y="4016826"/>
            <a:ext cx="2235000" cy="162045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D1A09B2-8399-DBFD-A3EE-61D228CC29C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C155E97F-CF3E-6F12-D339-EA43980DAFB0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3C34FE8-0699-989A-134C-5E5E93BFA889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296FA02-7820-F0D3-9E60-B35398364A80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47385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4351-C8B8-E74E-8039-4BD71F8E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F95B5F8-7CCF-2D7D-B6C5-2646C32DB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5E44E54-B23D-47C8-7570-B9414BE937BF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393442FE-820E-995B-7180-36F630214C84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BE1D21-7230-058E-0EF7-92DBA9CE106D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EB73872-8619-6162-9491-55AF87DFE8E4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F8A5CAB-311B-3ECC-AB8F-FA2F6DCD22B7}"/>
              </a:ext>
            </a:extLst>
          </p:cNvPr>
          <p:cNvSpPr/>
          <p:nvPr/>
        </p:nvSpPr>
        <p:spPr>
          <a:xfrm>
            <a:off x="4009370" y="518008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B1190DE-1D00-8270-97AB-6D7AC165508B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4FCD47D-C211-B784-10D4-E0D344254B61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B5BB422-2EBB-3D3F-576C-FEEE0EFCE9A1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1774370" y="4016826"/>
            <a:ext cx="53844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A8A504F-3E2D-5FDC-D6B4-D1A46F83DB92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4923770" y="4016826"/>
            <a:ext cx="2235000" cy="162045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E901D4B-A2CC-EEE7-1BF4-96A76F5CC367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FDA0F06C-D7D6-25B2-92D1-29E86B157CA7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BABD331-7FFA-DB7A-9AA5-120D13CE94B8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F5C337D-FB09-6AFA-958C-7AC1D1EE56A1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472170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AAB7-DDCA-ECD1-B817-9E70B7CE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6A536F9-1B75-58FD-96E9-F31084BFB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3997D46-FEA3-15E3-A938-3116071C755C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B473A7A1-3027-811C-BE92-BA6A7938757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D68834-7E7D-A9E4-CD12-A5EBCFA6432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7A63F3D-165F-F633-8F79-6E9EFF947E41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C609D65-A450-0A5D-CB84-6C5EAEB771C6}"/>
              </a:ext>
            </a:extLst>
          </p:cNvPr>
          <p:cNvSpPr/>
          <p:nvPr/>
        </p:nvSpPr>
        <p:spPr>
          <a:xfrm>
            <a:off x="-3537324" y="8235798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7497168-0E85-D8E4-00B9-DA7D885E6118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71DD602-8261-FFEB-F3BF-956F710F7BF1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149179B-42EB-837D-4F68-D08FE31888D0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1774370" y="4016826"/>
            <a:ext cx="53844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8CBBE7A-359A-3253-D97B-71ED8A92AFF8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-2622924" y="7072542"/>
            <a:ext cx="2235000" cy="162045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7E99EE8-F004-AAA8-C9DA-460BCBB49FD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2090949-24BF-1BD2-08CC-9898221CA604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D5DB44F-0DEB-9DE6-9050-9CBBF681F4A5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5AE180D-F5A3-AD01-E6D4-787FBE567CA0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ruz 6">
            <a:extLst>
              <a:ext uri="{FF2B5EF4-FFF2-40B4-BE49-F238E27FC236}">
                <a16:creationId xmlns:a16="http://schemas.microsoft.com/office/drawing/2014/main" id="{A42E0AB2-E793-6BB1-726B-96D981A68680}"/>
              </a:ext>
            </a:extLst>
          </p:cNvPr>
          <p:cNvSpPr/>
          <p:nvPr/>
        </p:nvSpPr>
        <p:spPr>
          <a:xfrm rot="18631290">
            <a:off x="2983348" y="1171263"/>
            <a:ext cx="5073348" cy="5063670"/>
          </a:xfrm>
          <a:prstGeom prst="plus">
            <a:avLst>
              <a:gd name="adj" fmla="val 37658"/>
            </a:avLst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3117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8B45-D809-98D9-A081-95A40D98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2E5C17A-C704-1CFC-4E7B-DCC747702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D7AA20A-3959-95A4-007F-B16E72D6797E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FD696704-C822-1BE6-C30B-582A6B0583A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79AC3C-3B73-E6BC-8FA1-72580295C3C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08B9BE2-AEA6-99EF-CCA9-9FF5F9D00876}"/>
              </a:ext>
            </a:extLst>
          </p:cNvPr>
          <p:cNvSpPr/>
          <p:nvPr/>
        </p:nvSpPr>
        <p:spPr>
          <a:xfrm>
            <a:off x="5050005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FF843B6-CCDE-4442-E137-D4AFCC768664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C4BA7B3-D321-6A54-0C74-235ABC7EB039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5964405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6A142BE-2EF5-7932-BBF4-17610608EACF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510E679-2F4F-8332-D8DC-1E92A6803489}"/>
              </a:ext>
            </a:extLst>
          </p:cNvPr>
          <p:cNvSpPr txBox="1"/>
          <p:nvPr/>
        </p:nvSpPr>
        <p:spPr>
          <a:xfrm>
            <a:off x="4734320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09890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63C4-5FF8-33FE-0227-3D25F0ED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1CEF391-2895-0276-FA0D-129C80708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CB2B0C0-B8FA-3CD3-7FA6-13D5E241B4BA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91BD2BC7-2511-C870-1BB9-05FAA17FB32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AA7FBCC-E3DB-2BCE-A8DD-E57AD839F8D5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0554783-35B3-C97C-1E72-907DC26DA181}"/>
              </a:ext>
            </a:extLst>
          </p:cNvPr>
          <p:cNvSpPr/>
          <p:nvPr/>
        </p:nvSpPr>
        <p:spPr>
          <a:xfrm>
            <a:off x="5050005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9CEB3BF-BC37-BB88-2939-8F2076FFC5BC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AC1983D-2B8C-A4DC-A3D6-113B89AC05C6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5964405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936C393-A17B-C573-8602-6E36CD9A8656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2B2FB8AF-59F7-D87B-46FA-36ACEF5578AE}"/>
              </a:ext>
            </a:extLst>
          </p:cNvPr>
          <p:cNvSpPr/>
          <p:nvPr/>
        </p:nvSpPr>
        <p:spPr>
          <a:xfrm>
            <a:off x="1890116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25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22BA749-FEB8-7580-137C-9CA7CCF349EC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2804516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CAA01E6-79CF-AFFD-6409-AFB87DB51F43}"/>
              </a:ext>
            </a:extLst>
          </p:cNvPr>
          <p:cNvSpPr txBox="1"/>
          <p:nvPr/>
        </p:nvSpPr>
        <p:spPr>
          <a:xfrm>
            <a:off x="1574431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D5EE8EA-7463-DCAC-6E09-2C95F40D2B61}"/>
              </a:ext>
            </a:extLst>
          </p:cNvPr>
          <p:cNvSpPr txBox="1"/>
          <p:nvPr/>
        </p:nvSpPr>
        <p:spPr>
          <a:xfrm>
            <a:off x="4896365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7061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2218-D3B3-11AD-A440-FF675BD8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86BC499-3EA2-56E0-1539-4E13528FD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307ECE0F-7D4D-D366-7B5B-5A8F8AE61987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8203E1-34AE-298F-DFC7-BA97258B51C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7651985-D6CA-A470-8FF3-E74D1C0A9802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96297AC-DC42-E883-8C82-2A49C2F2E9FE}"/>
              </a:ext>
            </a:extLst>
          </p:cNvPr>
          <p:cNvSpPr/>
          <p:nvPr/>
        </p:nvSpPr>
        <p:spPr>
          <a:xfrm>
            <a:off x="8013124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33B7D6E-4656-F4B5-1D3C-51B58A6DA601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0A561C4-FCC3-7A5F-6F76-803E12B42E07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8927524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F2E5512-C35D-DB21-21C4-3B19E4A59312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A06528CD-53B4-AF2D-9AD9-B0F98A030135}"/>
              </a:ext>
            </a:extLst>
          </p:cNvPr>
          <p:cNvSpPr/>
          <p:nvPr/>
        </p:nvSpPr>
        <p:spPr>
          <a:xfrm>
            <a:off x="4853235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25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93A6465-E958-F7A6-64CF-DDAC645EEC7D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5767635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D199D871-FB04-2F32-8D18-94A494B0720F}"/>
              </a:ext>
            </a:extLst>
          </p:cNvPr>
          <p:cNvSpPr/>
          <p:nvPr/>
        </p:nvSpPr>
        <p:spPr>
          <a:xfrm>
            <a:off x="1681772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0D0D4EB-A964-7E9C-743B-1957C09E52D9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596172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DEF98E33-CEAF-3AE9-1FD3-04D100688001}"/>
              </a:ext>
            </a:extLst>
          </p:cNvPr>
          <p:cNvSpPr txBox="1"/>
          <p:nvPr/>
        </p:nvSpPr>
        <p:spPr>
          <a:xfrm>
            <a:off x="1366087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7BE48D-1F71-6294-DCD7-63E5CB1F6DDB}"/>
              </a:ext>
            </a:extLst>
          </p:cNvPr>
          <p:cNvSpPr txBox="1"/>
          <p:nvPr/>
        </p:nvSpPr>
        <p:spPr>
          <a:xfrm>
            <a:off x="7905783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81681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B036-D8BC-4268-F6D0-4F018D6F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5FB3C92-C21C-EA3C-F225-9CDD23528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5D4A0BD-DCA4-D043-4C9E-EF4524CB987F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D6F54A1-D92B-AAAB-48A6-7A606D440E2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617957-C5EE-A940-D795-CC166868B53D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275FB99-1399-DF10-70ED-F0C92B5C4FC6}"/>
              </a:ext>
            </a:extLst>
          </p:cNvPr>
          <p:cNvSpPr/>
          <p:nvPr/>
        </p:nvSpPr>
        <p:spPr>
          <a:xfrm>
            <a:off x="12747169" y="333970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E81AAE4-EA9A-6B8E-D145-8533F9F15EDB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1B975F8-9FE7-AC51-E882-707306214EFF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3661569" y="3796907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B179D23-B2D9-F7C6-89AF-5D186207415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CACBCF87-EEF0-F34E-4210-6C6F04658B91}"/>
              </a:ext>
            </a:extLst>
          </p:cNvPr>
          <p:cNvSpPr/>
          <p:nvPr/>
        </p:nvSpPr>
        <p:spPr>
          <a:xfrm>
            <a:off x="4853235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25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6F8F05E-D75D-8B43-7E0C-7B7F5566FED3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5767635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F5C6583-C640-7EB2-6797-14140C05A796}"/>
              </a:ext>
            </a:extLst>
          </p:cNvPr>
          <p:cNvSpPr/>
          <p:nvPr/>
        </p:nvSpPr>
        <p:spPr>
          <a:xfrm>
            <a:off x="1681772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6B36380-B29B-7D20-591A-E912EEAB1DB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596172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D21731B2-9460-233B-AAA1-FF36B03D4780}"/>
              </a:ext>
            </a:extLst>
          </p:cNvPr>
          <p:cNvSpPr txBox="1"/>
          <p:nvPr/>
        </p:nvSpPr>
        <p:spPr>
          <a:xfrm>
            <a:off x="1366087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5E3CC0-FEF9-B340-2C60-823EF53DE3D8}"/>
              </a:ext>
            </a:extLst>
          </p:cNvPr>
          <p:cNvSpPr txBox="1"/>
          <p:nvPr/>
        </p:nvSpPr>
        <p:spPr>
          <a:xfrm>
            <a:off x="4688021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55231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578B-28D1-96A4-23D6-DEE0F8EA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11DA06A-0DBB-C663-E8FF-3F015366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B8531FA-4816-E9A9-A671-973901EF66A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F99F89A-882B-2162-DACC-381EBFBD24B1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8797A1-6516-238E-F2AA-3489D24FCC0F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550DC3B-33D4-C923-F029-A40D621D4F2E}"/>
              </a:ext>
            </a:extLst>
          </p:cNvPr>
          <p:cNvSpPr/>
          <p:nvPr/>
        </p:nvSpPr>
        <p:spPr>
          <a:xfrm>
            <a:off x="12747169" y="333970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1C1AD26-9A5F-B60B-0107-422CA8D7C972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E121ED5-7CF3-7D51-1711-A5330CC4A22E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3661569" y="3796907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59FD88A-3176-B40C-7B7A-92F4E83DBCFC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91D040D5-C935-E74D-4BE9-C1FFB9FEAE20}"/>
              </a:ext>
            </a:extLst>
          </p:cNvPr>
          <p:cNvSpPr/>
          <p:nvPr/>
        </p:nvSpPr>
        <p:spPr>
          <a:xfrm>
            <a:off x="12689295" y="336285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25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9B27133-7AEC-A3B0-8B6C-D67ECFF69561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13603695" y="3820057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38C7D7AF-206F-A08F-7C75-F38CA8D70AA6}"/>
              </a:ext>
            </a:extLst>
          </p:cNvPr>
          <p:cNvSpPr/>
          <p:nvPr/>
        </p:nvSpPr>
        <p:spPr>
          <a:xfrm>
            <a:off x="1681772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A309A89-8372-AADF-5964-25367678A13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596172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3955B0-8DFA-E53C-FC35-46F22C04419F}"/>
              </a:ext>
            </a:extLst>
          </p:cNvPr>
          <p:cNvSpPr txBox="1"/>
          <p:nvPr/>
        </p:nvSpPr>
        <p:spPr>
          <a:xfrm>
            <a:off x="1366087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456059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7B9A-BF41-AFD6-EEDE-12934F2A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5A25D80-1F93-17B3-B8DD-A821184C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4960FDD-A356-284E-F82D-14AB89F9A118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E065A75-8453-6CB8-7497-2136DF0D0BC5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FF178B-9FDA-70DF-BDBD-158902EA2FD3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FC33EB6-E5C4-62C2-80FE-D1CEE926D090}"/>
              </a:ext>
            </a:extLst>
          </p:cNvPr>
          <p:cNvSpPr/>
          <p:nvPr/>
        </p:nvSpPr>
        <p:spPr>
          <a:xfrm>
            <a:off x="12747169" y="333970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886C81D-C532-554F-6A5E-AA52E3C460DE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ECAC486-47E6-50EC-58D7-E827D1036EFC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3661569" y="3796907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6E3FFC2-242B-CD61-AA45-CB4A33DE554F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862BE427-55D1-4EB6-00B7-40A60CD2E7C0}"/>
              </a:ext>
            </a:extLst>
          </p:cNvPr>
          <p:cNvSpPr/>
          <p:nvPr/>
        </p:nvSpPr>
        <p:spPr>
          <a:xfrm>
            <a:off x="12689295" y="336285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25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24323BE-F4A9-4C87-5039-975602313E2B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13603695" y="3820057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3A013C39-AF05-5D40-B598-0BD0F1BAEDF6}"/>
              </a:ext>
            </a:extLst>
          </p:cNvPr>
          <p:cNvSpPr/>
          <p:nvPr/>
        </p:nvSpPr>
        <p:spPr>
          <a:xfrm>
            <a:off x="6739912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20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B3F4AE9-41FE-451C-456A-C961B43ECD5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7654312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9912075E-1F58-61C2-5371-5B7F45D48D09}"/>
              </a:ext>
            </a:extLst>
          </p:cNvPr>
          <p:cNvSpPr/>
          <p:nvPr/>
        </p:nvSpPr>
        <p:spPr>
          <a:xfrm>
            <a:off x="3510575" y="339758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7D3AA38-84CA-1326-AC5E-40827EAB0AC6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424975" y="3854781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EAA3D7-0D44-F0F8-AFD6-E38E4DC61D48}"/>
              </a:ext>
            </a:extLst>
          </p:cNvPr>
          <p:cNvSpPr txBox="1"/>
          <p:nvPr/>
        </p:nvSpPr>
        <p:spPr>
          <a:xfrm>
            <a:off x="3194890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DE1E67A-3B3F-3863-448A-21BFD74BF950}"/>
              </a:ext>
            </a:extLst>
          </p:cNvPr>
          <p:cNvSpPr txBox="1"/>
          <p:nvPr/>
        </p:nvSpPr>
        <p:spPr>
          <a:xfrm>
            <a:off x="6366354" y="289178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02577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E332-2E26-CC42-2A3D-D530909B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40BCC50-2624-960E-B989-9E70C8174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F34B8C5-C1E7-56D0-8FEC-9444987D401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08D4302-21F0-B57F-C23F-80C3CC592B40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801A0A-BD2B-0A47-B150-424AC00D9AF4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F9BFE9F-4056-7F21-ED09-EC2C8C13A4F1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13A3F68-F927-7DCC-698C-9E5D8237D06E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633B332-13AA-2319-404C-F367DA967A15}"/>
              </a:ext>
            </a:extLst>
          </p:cNvPr>
          <p:cNvSpPr txBox="1"/>
          <p:nvPr/>
        </p:nvSpPr>
        <p:spPr>
          <a:xfrm>
            <a:off x="1268385" y="2392100"/>
            <a:ext cx="9443158" cy="3706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Queue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</a:t>
            </a:r>
            <a:r>
              <a:rPr lang="es-419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__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n-US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self.initialNode</a:t>
            </a:r>
            <a:r>
              <a:rPr lang="en-US" sz="3200" dirty="0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n-US" sz="3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n-US" sz="32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self.finalNode</a:t>
            </a:r>
            <a:r>
              <a:rPr lang="en-US" sz="3200" dirty="0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=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None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754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4BAD0-0CDF-57EB-747B-070EC2F9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97BCD2E-9CD1-1325-00C4-FC907C5FB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A64D4CC-C0C0-17A7-87A6-2A431B53917E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5DE7BC5-69C9-22F4-1BE5-DE7CBB60CD55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C5BB51-A024-A41F-E49B-756FB92DC651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Cola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D024E65-D8B8-EB35-5377-65489CD7655A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DDBDE78-6D71-D9CB-1B9B-FDE5E2B5983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747FA43-657E-C1CD-D51B-C9F06CE86EA0}"/>
              </a:ext>
            </a:extLst>
          </p:cNvPr>
          <p:cNvSpPr txBox="1"/>
          <p:nvPr/>
        </p:nvSpPr>
        <p:spPr>
          <a:xfrm>
            <a:off x="1268385" y="2392100"/>
            <a:ext cx="5611386" cy="518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Queues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enqueue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front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dequeue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0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2C5BE-4256-F729-3EF6-1AF1DAA1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9742A2-7AD0-BC60-75BA-46E8A63C2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446FFBF-1C71-F755-E1F5-F0E3930722AC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AB65423-3688-242B-F268-A4636559F0B0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E2D7C68-1C8C-BF2C-3DD6-FB097FBEBBF7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D19A68-263A-5E4A-66F5-4BB4DE2CF0FF}"/>
              </a:ext>
            </a:extLst>
          </p:cNvPr>
          <p:cNvSpPr txBox="1"/>
          <p:nvPr/>
        </p:nvSpPr>
        <p:spPr>
          <a:xfrm>
            <a:off x="539999" y="2825099"/>
            <a:ext cx="10782756" cy="16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Estructura de Datos Lineal de longitud variable, se rige por el principio LIFO (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Last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 In,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First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 </a:t>
            </a:r>
            <a:r>
              <a:rPr lang="es-419" sz="3600" dirty="0" err="1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Out</a:t>
            </a: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4C0A91-956F-F55A-5A8F-6047B528CDD2}"/>
              </a:ext>
            </a:extLst>
          </p:cNvPr>
          <p:cNvSpPr txBox="1"/>
          <p:nvPr/>
        </p:nvSpPr>
        <p:spPr>
          <a:xfrm>
            <a:off x="539999" y="1389268"/>
            <a:ext cx="2538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Pilas</a:t>
            </a:r>
            <a:endParaRPr lang="es-419" sz="6000" b="1" dirty="0">
              <a:solidFill>
                <a:srgbClr val="0021D2"/>
              </a:solidFill>
              <a:latin typeface="Century Gothic" panose="020B0502020202020204" pitchFamily="34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63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DC86-3858-0404-61DE-2E9500E0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352998D-705D-2D22-A323-571993EC9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78407DCB-AF82-1095-E85D-0EF20E6BD5CC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21FB664-E6DA-827E-FD75-31291E956F3B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9E81A7-A6F7-EFA6-C9EF-0C0AFB93E3F2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439EA2E-50C1-50D3-C17C-33A85C616067}"/>
              </a:ext>
            </a:extLst>
          </p:cNvPr>
          <p:cNvSpPr/>
          <p:nvPr/>
        </p:nvSpPr>
        <p:spPr>
          <a:xfrm>
            <a:off x="8599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E1E40CB-A671-BA8F-8E9D-21577128E945}"/>
              </a:ext>
            </a:extLst>
          </p:cNvPr>
          <p:cNvSpPr/>
          <p:nvPr/>
        </p:nvSpPr>
        <p:spPr>
          <a:xfrm>
            <a:off x="40093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F442EFB-8FAA-F253-CBE1-81308BE5E43B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D7ABDA0-0576-13A0-6E54-AF98CCEF0935}"/>
              </a:ext>
            </a:extLst>
          </p:cNvPr>
          <p:cNvSpPr/>
          <p:nvPr/>
        </p:nvSpPr>
        <p:spPr>
          <a:xfrm>
            <a:off x="7158770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4AC8AD9-6706-81DE-EC41-08914387C5FE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17743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278FAB4-5478-E00E-D288-5534E8F486CE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923770" y="4016826"/>
            <a:ext cx="22350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25908DA-0947-E072-3367-69365A5FA76E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3894D32-9DE4-7013-AE73-5CDF03556900}"/>
              </a:ext>
            </a:extLst>
          </p:cNvPr>
          <p:cNvSpPr/>
          <p:nvPr/>
        </p:nvSpPr>
        <p:spPr>
          <a:xfrm>
            <a:off x="10308169" y="3559626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98DA64F-C52E-4D1B-AA88-09DD3F06AC0C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8073170" y="4016826"/>
            <a:ext cx="2234999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BF3407E-31C6-F8FB-43BF-485939FC8F7E}"/>
              </a:ext>
            </a:extLst>
          </p:cNvPr>
          <p:cNvSpPr txBox="1"/>
          <p:nvPr/>
        </p:nvSpPr>
        <p:spPr>
          <a:xfrm>
            <a:off x="544285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020AD8-D3D2-B631-10E0-43C950FE8628}"/>
              </a:ext>
            </a:extLst>
          </p:cNvPr>
          <p:cNvSpPr txBox="1"/>
          <p:nvPr/>
        </p:nvSpPr>
        <p:spPr>
          <a:xfrm>
            <a:off x="10290169" y="3053834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3890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A6324-DE3C-7DC9-FEA6-4C052859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0C2F86C-4A1C-4F6F-7FE7-B2528FF92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B1CE545-0A1F-80AE-371E-6BF4B7724B55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B624AD4-E793-9B87-BD18-F0DAA26086F8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FF89A5-9A5D-7E1A-1A7D-23B477D6B6E5}"/>
              </a:ext>
            </a:extLst>
          </p:cNvPr>
          <p:cNvSpPr txBox="1"/>
          <p:nvPr/>
        </p:nvSpPr>
        <p:spPr>
          <a:xfrm>
            <a:off x="539999" y="1389268"/>
            <a:ext cx="3453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B88846A-9510-065E-744D-C3A9DD6A2E6B}"/>
              </a:ext>
            </a:extLst>
          </p:cNvPr>
          <p:cNvSpPr/>
          <p:nvPr/>
        </p:nvSpPr>
        <p:spPr>
          <a:xfrm>
            <a:off x="6099143" y="502961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32CDA2F-EF2D-5463-968A-5FD3F4AD7DA7}"/>
              </a:ext>
            </a:extLst>
          </p:cNvPr>
          <p:cNvSpPr/>
          <p:nvPr/>
        </p:nvSpPr>
        <p:spPr>
          <a:xfrm>
            <a:off x="6099143" y="362907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E119B54-4F97-9C45-AAF4-0DBB33298959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9AECB57-DF08-D63A-176B-A3A3CD3F1962}"/>
              </a:ext>
            </a:extLst>
          </p:cNvPr>
          <p:cNvSpPr/>
          <p:nvPr/>
        </p:nvSpPr>
        <p:spPr>
          <a:xfrm>
            <a:off x="6099143" y="222853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0B862E0-8840-83C8-6D8C-35F062C06E29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CA30AEAA-1547-0019-17D6-B1067284149E}"/>
              </a:ext>
            </a:extLst>
          </p:cNvPr>
          <p:cNvSpPr/>
          <p:nvPr/>
        </p:nvSpPr>
        <p:spPr>
          <a:xfrm>
            <a:off x="6099143" y="828000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D304AA-1B1F-3845-17F0-F3BE28D26A71}"/>
              </a:ext>
            </a:extLst>
          </p:cNvPr>
          <p:cNvSpPr txBox="1"/>
          <p:nvPr/>
        </p:nvSpPr>
        <p:spPr>
          <a:xfrm>
            <a:off x="4444954" y="526459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3EC31A-CE69-DB24-2CF2-82DACBD91C12}"/>
              </a:ext>
            </a:extLst>
          </p:cNvPr>
          <p:cNvSpPr txBox="1"/>
          <p:nvPr/>
        </p:nvSpPr>
        <p:spPr>
          <a:xfrm>
            <a:off x="4410230" y="1608880"/>
            <a:ext cx="143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2200461-1E82-BEA2-A800-746F7F1232A6}"/>
              </a:ext>
            </a:extLst>
          </p:cNvPr>
          <p:cNvCxnSpPr>
            <a:cxnSpLocks/>
            <a:stCxn id="21" idx="4"/>
            <a:endCxn id="13" idx="0"/>
          </p:cNvCxnSpPr>
          <p:nvPr/>
        </p:nvCxnSpPr>
        <p:spPr>
          <a:xfrm>
            <a:off x="6556343" y="1742400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FE64666-EC98-62CB-755A-7911671D0704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>
            <a:off x="6556343" y="3142937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507AFE5-B68F-D7ED-DC17-94C2D8687DB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>
            <a:off x="6556343" y="454347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12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BE6D-F181-0FD2-79AD-EDF2C3F7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16DF264-E340-C9CA-0F75-FDFA63E88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32BF0AC-0E57-332E-5D74-F26816AACF6B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5A7B341-15F1-00CD-708A-B48E6AA9960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25219E-C314-5FC0-FE5C-ABDFF1E1E142}"/>
              </a:ext>
            </a:extLst>
          </p:cNvPr>
          <p:cNvSpPr txBox="1"/>
          <p:nvPr/>
        </p:nvSpPr>
        <p:spPr>
          <a:xfrm>
            <a:off x="539999" y="1389268"/>
            <a:ext cx="3453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D0DC667-1BFE-DFC6-B022-BFE3A4FEF355}"/>
              </a:ext>
            </a:extLst>
          </p:cNvPr>
          <p:cNvSpPr/>
          <p:nvPr/>
        </p:nvSpPr>
        <p:spPr>
          <a:xfrm>
            <a:off x="6099143" y="502961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6CAAFB4-D462-ABD1-3D84-8362032E222E}"/>
              </a:ext>
            </a:extLst>
          </p:cNvPr>
          <p:cNvSpPr/>
          <p:nvPr/>
        </p:nvSpPr>
        <p:spPr>
          <a:xfrm>
            <a:off x="6099143" y="362907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4950CBA-C398-2877-0553-D652AB82D35F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130A601-A860-7BAD-582F-346DF700C37A}"/>
              </a:ext>
            </a:extLst>
          </p:cNvPr>
          <p:cNvSpPr/>
          <p:nvPr/>
        </p:nvSpPr>
        <p:spPr>
          <a:xfrm>
            <a:off x="6099143" y="2228537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A3EB7E5-2F28-A6DD-9B35-31F661A17BAA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24F0E98-B87B-9839-8FA3-AD6E9466C1E8}"/>
              </a:ext>
            </a:extLst>
          </p:cNvPr>
          <p:cNvSpPr/>
          <p:nvPr/>
        </p:nvSpPr>
        <p:spPr>
          <a:xfrm>
            <a:off x="13205998" y="1256263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DE989C-79E7-88B6-115C-3935D6287147}"/>
              </a:ext>
            </a:extLst>
          </p:cNvPr>
          <p:cNvSpPr txBox="1"/>
          <p:nvPr/>
        </p:nvSpPr>
        <p:spPr>
          <a:xfrm>
            <a:off x="4444954" y="526459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53555C-B86C-4ED1-66D4-18AFDEA7A932}"/>
              </a:ext>
            </a:extLst>
          </p:cNvPr>
          <p:cNvSpPr txBox="1"/>
          <p:nvPr/>
        </p:nvSpPr>
        <p:spPr>
          <a:xfrm>
            <a:off x="4410230" y="2465406"/>
            <a:ext cx="143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9A1D193-2074-0D96-3C51-4FE41DFFE578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13663198" y="2170663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2532F9F-F3FF-498F-3501-C5BF950C2327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>
            <a:off x="6556343" y="3142937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8D45384-5D2A-58A6-4EF9-28B3B6EA676B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>
            <a:off x="6556343" y="454347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549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9FC1-939E-6DE0-125A-A4542B04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4DE7649-0C85-E89D-9C1B-E03D95DA3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FE29902-633E-E85D-201F-C0362842874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E209CA1-7387-9138-269E-2EBD8C89CAEA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44A057-12D1-DF62-EBCF-D0C25050A412}"/>
              </a:ext>
            </a:extLst>
          </p:cNvPr>
          <p:cNvSpPr txBox="1"/>
          <p:nvPr/>
        </p:nvSpPr>
        <p:spPr>
          <a:xfrm>
            <a:off x="539999" y="1389268"/>
            <a:ext cx="3453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15FA60A-0D05-F85C-9C94-703C6FC25038}"/>
              </a:ext>
            </a:extLst>
          </p:cNvPr>
          <p:cNvSpPr/>
          <p:nvPr/>
        </p:nvSpPr>
        <p:spPr>
          <a:xfrm>
            <a:off x="6099143" y="502961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4353853-34DA-310F-BE15-AFCCB0B34077}"/>
              </a:ext>
            </a:extLst>
          </p:cNvPr>
          <p:cNvSpPr/>
          <p:nvPr/>
        </p:nvSpPr>
        <p:spPr>
          <a:xfrm>
            <a:off x="6099143" y="362907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5E09FCA-152F-2806-D9F3-E0299358065E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B3C3EAB-90AC-393B-592C-51E5C165169F}"/>
              </a:ext>
            </a:extLst>
          </p:cNvPr>
          <p:cNvSpPr/>
          <p:nvPr/>
        </p:nvSpPr>
        <p:spPr>
          <a:xfrm>
            <a:off x="13229148" y="28535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6C0C6D5-86A0-A138-8636-66E4281BE54C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7BA6183A-DFF3-8550-B37F-688CCC4CBA3B}"/>
              </a:ext>
            </a:extLst>
          </p:cNvPr>
          <p:cNvSpPr/>
          <p:nvPr/>
        </p:nvSpPr>
        <p:spPr>
          <a:xfrm>
            <a:off x="13205998" y="1256263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58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003982E-289B-D979-7056-65AE10EDA55A}"/>
              </a:ext>
            </a:extLst>
          </p:cNvPr>
          <p:cNvSpPr txBox="1"/>
          <p:nvPr/>
        </p:nvSpPr>
        <p:spPr>
          <a:xfrm>
            <a:off x="4444954" y="526459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F33570-3D37-BDDD-97AA-F42E216936A6}"/>
              </a:ext>
            </a:extLst>
          </p:cNvPr>
          <p:cNvSpPr txBox="1"/>
          <p:nvPr/>
        </p:nvSpPr>
        <p:spPr>
          <a:xfrm>
            <a:off x="4410230" y="3808069"/>
            <a:ext cx="143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9ECBCBE-B288-DAAA-3C19-47014196F4DB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13663198" y="2170663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D63FC4D-DEE2-E2FD-D8D0-D178BD75F91C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13686348" y="3767969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16D665E-A2BC-216F-2958-34982388D5F2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>
            <a:off x="6556343" y="454347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363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FB5F-9B7B-5F2A-C49C-4776CE8E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D2D9364C-62F3-E78D-48C3-186BAF881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806BB21-FE7D-037B-F22D-128025B2306B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9D312E7-BE87-12BB-7EC8-7E575FBDD45C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4636E8-D724-4E66-B1F5-3CB4EC25C772}"/>
              </a:ext>
            </a:extLst>
          </p:cNvPr>
          <p:cNvSpPr txBox="1"/>
          <p:nvPr/>
        </p:nvSpPr>
        <p:spPr>
          <a:xfrm>
            <a:off x="539999" y="1389268"/>
            <a:ext cx="3453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0F34D88-79D9-4D41-5C42-4ECB7B81372F}"/>
              </a:ext>
            </a:extLst>
          </p:cNvPr>
          <p:cNvSpPr/>
          <p:nvPr/>
        </p:nvSpPr>
        <p:spPr>
          <a:xfrm>
            <a:off x="6099143" y="502961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4D2F4E1-6378-C03C-35AD-96A90BF0A07D}"/>
              </a:ext>
            </a:extLst>
          </p:cNvPr>
          <p:cNvSpPr/>
          <p:nvPr/>
        </p:nvSpPr>
        <p:spPr>
          <a:xfrm>
            <a:off x="6099143" y="362907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A868B60-B37E-5AE4-7118-CE9681F7751B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6462000-E5FD-D034-E43B-D2AC6F43BA8A}"/>
              </a:ext>
            </a:extLst>
          </p:cNvPr>
          <p:cNvSpPr/>
          <p:nvPr/>
        </p:nvSpPr>
        <p:spPr>
          <a:xfrm>
            <a:off x="13229148" y="28535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AE09560-ABC2-224C-A079-C2D8A7F9D9BF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EFCC938-4EF9-EC90-F1BC-361080EBF3AC}"/>
              </a:ext>
            </a:extLst>
          </p:cNvPr>
          <p:cNvSpPr/>
          <p:nvPr/>
        </p:nvSpPr>
        <p:spPr>
          <a:xfrm>
            <a:off x="13205998" y="1256263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387A1F-D340-3392-B131-9B3376FD1926}"/>
              </a:ext>
            </a:extLst>
          </p:cNvPr>
          <p:cNvSpPr txBox="1"/>
          <p:nvPr/>
        </p:nvSpPr>
        <p:spPr>
          <a:xfrm>
            <a:off x="4444954" y="526459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46F9E2-5467-A7EF-754F-AC28D2646D0F}"/>
              </a:ext>
            </a:extLst>
          </p:cNvPr>
          <p:cNvSpPr txBox="1"/>
          <p:nvPr/>
        </p:nvSpPr>
        <p:spPr>
          <a:xfrm>
            <a:off x="4410230" y="2430682"/>
            <a:ext cx="143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8F03639-042C-E13B-BB65-8FEE5A0CC07B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13663198" y="2170663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C7CF252-7CF8-B36F-CE4C-CD6897BFC900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13686348" y="3767969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8F3CB67-70E4-0317-87C5-94FEBB66297E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>
            <a:off x="6556343" y="454347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13C68C01-47AF-03EB-766C-2F67A2B1BEC7}"/>
              </a:ext>
            </a:extLst>
          </p:cNvPr>
          <p:cNvSpPr/>
          <p:nvPr/>
        </p:nvSpPr>
        <p:spPr>
          <a:xfrm>
            <a:off x="6099143" y="218223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-1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D050C42-8BD5-0E9E-0D8C-DBD38798A06B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6556343" y="3096639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053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669C-2BB0-C72B-C8DE-016BA33B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F867154-6366-7074-CE41-39C537979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A7E1ACB-AFC0-68CB-28C6-9BD86BFB88B8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A1D5E37-7292-F39D-AC7C-99DB58B5CE08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007266D-6385-303E-1238-0E2D4722CAF4}"/>
              </a:ext>
            </a:extLst>
          </p:cNvPr>
          <p:cNvSpPr txBox="1"/>
          <p:nvPr/>
        </p:nvSpPr>
        <p:spPr>
          <a:xfrm>
            <a:off x="539999" y="1389268"/>
            <a:ext cx="3453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E1B21F0-4B28-A5C7-F6DA-97578026A60F}"/>
              </a:ext>
            </a:extLst>
          </p:cNvPr>
          <p:cNvSpPr/>
          <p:nvPr/>
        </p:nvSpPr>
        <p:spPr>
          <a:xfrm>
            <a:off x="6099143" y="5029611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F257D0-DD82-3810-6173-E48DA21DF0B9}"/>
              </a:ext>
            </a:extLst>
          </p:cNvPr>
          <p:cNvSpPr/>
          <p:nvPr/>
        </p:nvSpPr>
        <p:spPr>
          <a:xfrm>
            <a:off x="6099143" y="362907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-78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598984A-7896-F327-C813-4F5777CEF13D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F018629-5EA6-598B-D8DC-5023202B2783}"/>
              </a:ext>
            </a:extLst>
          </p:cNvPr>
          <p:cNvSpPr/>
          <p:nvPr/>
        </p:nvSpPr>
        <p:spPr>
          <a:xfrm>
            <a:off x="13229148" y="2853569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12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B99A13E-90DE-07A2-F59B-78CCF93E5B13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296A4BB0-73FA-1214-0F59-6E399AB1E00C}"/>
              </a:ext>
            </a:extLst>
          </p:cNvPr>
          <p:cNvSpPr/>
          <p:nvPr/>
        </p:nvSpPr>
        <p:spPr>
          <a:xfrm>
            <a:off x="13205998" y="1256263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AB5E20-74DF-4BE1-0A04-519B094BF0D3}"/>
              </a:ext>
            </a:extLst>
          </p:cNvPr>
          <p:cNvSpPr txBox="1"/>
          <p:nvPr/>
        </p:nvSpPr>
        <p:spPr>
          <a:xfrm>
            <a:off x="4444954" y="5264599"/>
            <a:ext cx="164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initialNode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E879BC-F2C9-CF1D-1ED8-0225ED5542F6}"/>
              </a:ext>
            </a:extLst>
          </p:cNvPr>
          <p:cNvSpPr txBox="1"/>
          <p:nvPr/>
        </p:nvSpPr>
        <p:spPr>
          <a:xfrm>
            <a:off x="4410230" y="3784920"/>
            <a:ext cx="143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final</a:t>
            </a:r>
            <a:r>
              <a:rPr lang="en-US" sz="1800" dirty="0" err="1">
                <a:solidFill>
                  <a:srgbClr val="7030A0"/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Node</a:t>
            </a:r>
            <a:endParaRPr lang="es-419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EDDFF83-7A3E-F300-0A31-B5825E27DD5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13663198" y="2170663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8FF16A0-CFE4-AE9A-6A9E-E036ACD7ED90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13686348" y="3767969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8A9C680-9D76-4CE5-681F-DE16489B9F8B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>
            <a:off x="6556343" y="454347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EAB13C9C-5B2E-3221-60D0-461DFF4A982F}"/>
              </a:ext>
            </a:extLst>
          </p:cNvPr>
          <p:cNvSpPr/>
          <p:nvPr/>
        </p:nvSpPr>
        <p:spPr>
          <a:xfrm>
            <a:off x="13287021" y="4740244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-1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92A8F59-9A37-9E3D-F2EF-2D1A54E7EF57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3744221" y="5654644"/>
            <a:ext cx="0" cy="48613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75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C23B-3405-99D2-6D2A-8A61D4BF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0A5B621-24B3-6067-40ED-7BEE6CC1F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1B13D696-34B5-6578-C7E4-248124D92984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EE96183-5B08-DDEB-D757-658E518CADA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804538-7E36-8EDE-0AD8-8494CACADA6A}"/>
              </a:ext>
            </a:extLst>
          </p:cNvPr>
          <p:cNvSpPr txBox="1"/>
          <p:nvPr/>
        </p:nvSpPr>
        <p:spPr>
          <a:xfrm>
            <a:off x="539999" y="1389268"/>
            <a:ext cx="1589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Pila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9595CC2-3EF3-CE8E-8C49-B2A1934F0646}"/>
              </a:ext>
            </a:extLst>
          </p:cNvPr>
          <p:cNvSpPr/>
          <p:nvPr/>
        </p:nvSpPr>
        <p:spPr>
          <a:xfrm>
            <a:off x="4376056" y="-3243942"/>
            <a:ext cx="914400" cy="914400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>
                <a:solidFill>
                  <a:sysClr val="windowText" lastClr="000000"/>
                </a:solidFill>
              </a:rPr>
              <a:t>40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1F2985C-A9AC-231F-5EC2-7B8F19F7F879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290456" y="-2786742"/>
            <a:ext cx="1447800" cy="137160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214927B5-1D17-018B-49DC-84FD4069CA45}"/>
              </a:ext>
            </a:extLst>
          </p:cNvPr>
          <p:cNvSpPr txBox="1"/>
          <p:nvPr/>
        </p:nvSpPr>
        <p:spPr>
          <a:xfrm>
            <a:off x="1268385" y="2392100"/>
            <a:ext cx="7215858" cy="518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class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Stack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push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,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node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top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 #Tambien se le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nombra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Peek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r>
              <a:rPr lang="es-419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pop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self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pass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640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99" y="1077345"/>
            <a:ext cx="2160000" cy="2160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08AA114-8043-0A39-0188-988769FA549A}"/>
              </a:ext>
            </a:extLst>
          </p:cNvPr>
          <p:cNvSpPr txBox="1"/>
          <p:nvPr/>
        </p:nvSpPr>
        <p:spPr>
          <a:xfrm>
            <a:off x="4053337" y="3716428"/>
            <a:ext cx="45881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b="1" dirty="0">
                <a:solidFill>
                  <a:srgbClr val="1624D4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¡Gracias por Leer!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054369" y="-3806694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8174769" y="4871570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3407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740</Words>
  <Application>Microsoft Office PowerPoint</Application>
  <PresentationFormat>Panorámica</PresentationFormat>
  <Paragraphs>295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3" baseType="lpstr">
      <vt:lpstr>Aptos</vt:lpstr>
      <vt:lpstr>Aptos Display</vt:lpstr>
      <vt:lpstr>Arial</vt:lpstr>
      <vt:lpstr>Century Gothic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Geyser Velásquez</dc:creator>
  <cp:lastModifiedBy>Geyser Martín  Velásquez Cedeño</cp:lastModifiedBy>
  <cp:revision>30</cp:revision>
  <dcterms:created xsi:type="dcterms:W3CDTF">2024-06-06T10:15:26Z</dcterms:created>
  <dcterms:modified xsi:type="dcterms:W3CDTF">2026-02-21T16:37:51Z</dcterms:modified>
</cp:coreProperties>
</file>